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F5D67B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【页面定位】课程大纲与教学计划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【页面定位】在此输入一句教学理念。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【页面定位】LEVELS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【页面定位】FUNNEL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课程大纲与教学计划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课程大纲与教学计划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教学目标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内容与周次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考核方式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课程定位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在此输入「课程定位」的要点一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在此输入「课程定位」的要点二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在此输入「课程定位」的要点三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在此输入「课程定位」的要点四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教学目标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A · 课程定位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B · 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教学目标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内容与周次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考核方式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5D67B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备课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授课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5D67B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考核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内容与周次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在此输入一句教学理念。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分层结构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4907127" y="2240280"/>
            <a:ext cx="2377440" cy="1078992"/>
          </a:xfrm>
          <a:prstGeom prst="triangl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7127" y="2624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层级一</a:t>
            </a:r>
          </a:p>
        </p:txBody>
      </p:sp>
      <p:sp>
        <p:nvSpPr>
          <p:cNvPr id="8" name="Trapezoid 7"/>
          <p:cNvSpPr/>
          <p:nvPr/>
        </p:nvSpPr>
        <p:spPr>
          <a:xfrm>
            <a:off x="3809847" y="3447288"/>
            <a:ext cx="4572000" cy="1078992"/>
          </a:xfrm>
          <a:prstGeom prst="trapezoid">
            <a:avLst>
              <a:gd name="adj" fmla="val 22000"/>
            </a:avLst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47" y="3813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层级二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447" y="3794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Trapezoid 10"/>
          <p:cNvSpPr/>
          <p:nvPr/>
        </p:nvSpPr>
        <p:spPr>
          <a:xfrm>
            <a:off x="2712567" y="4654296"/>
            <a:ext cx="6766560" cy="1078992"/>
          </a:xfrm>
          <a:prstGeom prst="trapezoid">
            <a:avLst>
              <a:gd name="adj" fmla="val 22000"/>
            </a:avLst>
          </a:prstGeom>
          <a:solidFill>
            <a:srgbClr val="A9B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9767" y="50200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层级三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7727" y="50017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分步说明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教学目标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内容与周次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考核方式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转化漏斗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F5D67B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层级一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8FD3C7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层级二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F5D67B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层级三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8FD3C7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层级四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术语表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黑板粉笔">
  <a:themeElements>
    <a:clrScheme name="SlideForge 黑板粉笔">
      <a:dk1>
        <a:srgbClr val="F1F3EE"/>
      </a:dk1>
      <a:lt1>
        <a:srgbClr val="1E2A26"/>
      </a:lt1>
      <a:dk2>
        <a:srgbClr val="A9B6AE"/>
      </a:dk2>
      <a:lt2>
        <a:srgbClr val="26332E"/>
      </a:lt2>
      <a:accent1>
        <a:srgbClr val="F5D67B"/>
      </a:accent1>
      <a:accent2>
        <a:srgbClr val="8FD3C7"/>
      </a:accent2>
      <a:accent3>
        <a:srgbClr val="8FD3C7"/>
      </a:accent3>
      <a:accent4>
        <a:srgbClr val="33423B"/>
      </a:accent4>
      <a:accent5>
        <a:srgbClr val="A9B6AE"/>
      </a:accent5>
      <a:accent6>
        <a:srgbClr val="26332E"/>
      </a:accent6>
      <a:hlink>
        <a:srgbClr val="F5D67B"/>
      </a:hlink>
      <a:folHlink>
        <a:srgbClr val="A9B6A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