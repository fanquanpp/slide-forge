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课程大纲与教学计划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教学目标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内容与周次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考核方式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在此输入「课程定位」的要点一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在此输入「课程定位」的要点二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在此输入「课程定位」的要点三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在此输入「课程定位」的要点四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教学目标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考核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5D6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内容与周次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在此输入一句教学理念。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5D6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5D6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5D6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5D6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