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课程大纲与教学计划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课程大纲与教学计划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课程定位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教学目标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内容与周次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考核方式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课程定位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课程定位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在此输入「课程定位」的要点一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在此输入「课程定位」的要点二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在此输入「课程定位」的要点三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在此输入「课程定位」的要点四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A · 课程定位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B · 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教学目标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内容与周次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考核方式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备课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授课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作业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考核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345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345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345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345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345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内容与周次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在此输入一句教学理念。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教学目标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内容与周次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考核方式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