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课程大纲与教学计划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课程大纲与教学计划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课程定位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教学目标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教学目标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授课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考核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3FA8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内容与周次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在此输入一句教学理念。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