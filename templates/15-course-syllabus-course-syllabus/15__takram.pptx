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3FA88C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课程大纲与教学计划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课程大纲与教学计划 · 在此输入副标题 / 项目名称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课程定位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教学目标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内容与周次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考核方式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3FA88C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课程定位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课程定位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在此输入「课程定位」的要点一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在此输入「课程定位」的要点二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在此输入「课程定位」的要点三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在此输入「课程定位」的要点四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教学目标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A · 课程定位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E2A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B · 教学目标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A03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A03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A03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81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81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课程定位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教学目标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内容与周次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考核方式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69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3FA88C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授课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3FA88C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考核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3840480"/>
            <a:ext cx="1280160" cy="914400"/>
          </a:xfrm>
          <a:prstGeom prst="line">
            <a:avLst/>
          </a:prstGeom>
          <a:ln w="31750">
            <a:solidFill>
              <a:srgbClr val="3FA8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840480"/>
            <a:ext cx="1280160" cy="457200"/>
          </a:xfrm>
          <a:prstGeom prst="line">
            <a:avLst/>
          </a:prstGeom>
          <a:ln w="31750">
            <a:solidFill>
              <a:srgbClr val="3FA8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023360" y="3108960"/>
            <a:ext cx="1280160" cy="1188720"/>
          </a:xfrm>
          <a:prstGeom prst="line">
            <a:avLst/>
          </a:prstGeom>
          <a:ln w="31750">
            <a:solidFill>
              <a:srgbClr val="3FA8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108960"/>
            <a:ext cx="1280160" cy="457200"/>
          </a:xfrm>
          <a:prstGeom prst="line">
            <a:avLst/>
          </a:prstGeom>
          <a:ln w="31750">
            <a:solidFill>
              <a:srgbClr val="3FA8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83680" y="2743200"/>
            <a:ext cx="1280160" cy="822960"/>
          </a:xfrm>
          <a:prstGeom prst="line">
            <a:avLst/>
          </a:prstGeom>
          <a:ln w="31750">
            <a:solidFill>
              <a:srgbClr val="3FA8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99032" y="4690872"/>
            <a:ext cx="128016" cy="128016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9192" y="3776472"/>
            <a:ext cx="128016" cy="128016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9352" y="4233672"/>
            <a:ext cx="128016" cy="128016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9512" y="3044952"/>
            <a:ext cx="128016" cy="128016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3502152"/>
            <a:ext cx="128016" cy="128016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9831" y="2679192"/>
            <a:ext cx="128016" cy="128016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81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0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3FA88C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内容与周次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3FA88C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在此输入一句教学理念。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方案对比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32378" cy="379476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方案一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9658" y="2148840"/>
            <a:ext cx="3332378" cy="3794760"/>
          </a:xfrm>
          <a:prstGeom prst="roundRect">
            <a:avLst>
              <a:gd name="adj" fmla="val 24000"/>
            </a:avLst>
          </a:prstGeom>
          <a:solidFill>
            <a:srgbClr val="3FA88C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9698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方案二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698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698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2148840"/>
            <a:ext cx="3332378" cy="379476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6396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方案三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对比矩阵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58368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2283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171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07208"/>
            <a:ext cx="1054577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22960" y="2807208"/>
            <a:ext cx="10545775" cy="0"/>
          </a:xfrm>
          <a:prstGeom prst="line">
            <a:avLst/>
          </a:prstGeom>
          <a:ln w="7620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2952048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维度一</a:t>
            </a:r>
          </a:p>
        </p:txBody>
      </p:sp>
      <p:sp>
        <p:nvSpPr>
          <p:cNvPr id="14" name="Oval 13"/>
          <p:cNvSpPr/>
          <p:nvPr/>
        </p:nvSpPr>
        <p:spPr>
          <a:xfrm>
            <a:off x="4677041" y="3035808"/>
            <a:ext cx="201168" cy="201168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3485" y="3035808"/>
            <a:ext cx="201168" cy="201168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49929" y="3035808"/>
            <a:ext cx="201168" cy="201168"/>
          </a:xfrm>
          <a:prstGeom prst="ellipse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22960" y="3465576"/>
            <a:ext cx="10545775" cy="0"/>
          </a:xfrm>
          <a:prstGeom prst="line">
            <a:avLst/>
          </a:prstGeom>
          <a:ln w="7620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3610416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维度二</a:t>
            </a:r>
          </a:p>
        </p:txBody>
      </p:sp>
      <p:sp>
        <p:nvSpPr>
          <p:cNvPr id="19" name="Oval 18"/>
          <p:cNvSpPr/>
          <p:nvPr/>
        </p:nvSpPr>
        <p:spPr>
          <a:xfrm>
            <a:off x="4677041" y="3694176"/>
            <a:ext cx="201168" cy="201168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3485" y="3694176"/>
            <a:ext cx="201168" cy="201168"/>
          </a:xfrm>
          <a:prstGeom prst="ellipse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49929" y="3694176"/>
            <a:ext cx="201168" cy="201168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123944"/>
            <a:ext cx="1054577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22960" y="4123944"/>
            <a:ext cx="10545775" cy="0"/>
          </a:xfrm>
          <a:prstGeom prst="line">
            <a:avLst/>
          </a:prstGeom>
          <a:ln w="7620">
            <a:solidFill>
              <a:srgbClr val="E4E0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5840" y="4268784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维度三</a:t>
            </a:r>
          </a:p>
        </p:txBody>
      </p:sp>
      <p:sp>
        <p:nvSpPr>
          <p:cNvPr id="25" name="Oval 24"/>
          <p:cNvSpPr/>
          <p:nvPr/>
        </p:nvSpPr>
        <p:spPr>
          <a:xfrm>
            <a:off x="4677041" y="4352544"/>
            <a:ext cx="201168" cy="201168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3485" y="4352544"/>
            <a:ext cx="201168" cy="201168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9929" y="4352544"/>
            <a:ext cx="201168" cy="201168"/>
          </a:xfrm>
          <a:prstGeom prst="ellipse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3FA88C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3FA88C"/>
                </a:solidFill>
                <a:latin typeface="Segoe UI"/>
                <a:ea typeface="微软雅黑"/>
                <a:cs typeface="微软雅黑"/>
              </a:rPr>
              <a:t>在此输入关键数字的含义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在此输入补充说明（占位）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3FA88C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2B2B2B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3F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4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A9A93"/>
                </a:solidFill>
                <a:latin typeface="Segoe UI"/>
                <a:ea typeface="微软雅黑"/>
                <a:cs typeface="微软雅黑"/>
              </a:rPr>
              <a:t>柔和科技图表  ·  Soft Tech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