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1FA97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课程大纲与教学计划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课程大纲与教学计划 · 在此输入副标题 / 项目名称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课程定位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教学目标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内容与周次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考核方式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1FA97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课程定位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课程定位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在此输入「课程定位」的要点一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在此输入「课程定位」的要点二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在此输入「课程定位」的要点三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在此输入「课程定位」的要点四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教学目标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A · 课程定位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B · 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2994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2994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2994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57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57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课程定位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教学目标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内容与周次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考核方式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1FA97A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授课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1FA97A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考核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1FA9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1FA9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1FA9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1FA9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1FA9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57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1FA97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内容与周次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1FA97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在此输入一句教学理念。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QUOTES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金句墙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344570" cy="18150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在此输入短句一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3562" y="2103120"/>
            <a:ext cx="3344570" cy="18150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9594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6170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在此输入短句二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4164" y="2103120"/>
            <a:ext cx="3344570" cy="18150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196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6772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在此输入短句三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74235"/>
            <a:ext cx="3344570" cy="18150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在此输入短句四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3562" y="4174235"/>
            <a:ext cx="3344570" cy="18150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9594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6170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在此输入短句五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322576"/>
            <a:ext cx="402336" cy="402336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3225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942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在此输入问题一？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9689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39"/>
            <a:ext cx="1042416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3282696"/>
            <a:ext cx="402336" cy="402336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2826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0954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在此输入问题二？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57015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042416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4242816"/>
            <a:ext cx="402336" cy="402336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24281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6966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在此输入问题三？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1713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多线路线图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线一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71800"/>
            <a:ext cx="9052560" cy="0"/>
          </a:xfrm>
          <a:prstGeom prst="line">
            <a:avLst/>
          </a:prstGeom>
          <a:ln w="1270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1FA97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1FA97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1FA97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线二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17720"/>
            <a:ext cx="9052560" cy="0"/>
          </a:xfrm>
          <a:prstGeom prst="line">
            <a:avLst/>
          </a:prstGeom>
          <a:ln w="1270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2994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2994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1FA97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