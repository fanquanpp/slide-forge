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课程大纲与教学计划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课程大纲与教学计划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课程定位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教学目标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内容与周次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考核方式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课程定位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课程定位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在此输入「课程定位」的要点一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在此输入「课程定位」的要点二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在此输入「课程定位」的要点三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在此输入「课程定位」的要点四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教学目标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A · 课程定位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2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B · 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285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7F8FA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课程定位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教学目标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内容与周次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考核方式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授课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考核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4C7CA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C285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内容与周次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在此输入一句教学理念。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4C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8000"/>
            </a:avLst>
          </a:prstGeom>
          <a:solidFill>
            <a:srgbClr val="4C7CA8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C7CA8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E2E7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2303C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4C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8A99"/>
                </a:solidFill>
                <a:latin typeface="Segoe UI"/>
                <a:ea typeface="微软雅黑"/>
                <a:cs typeface="微软雅黑"/>
              </a:rPr>
              <a:t>北欧灰蓝  ·  Nordic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