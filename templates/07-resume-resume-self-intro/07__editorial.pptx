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B23A2E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【页面定位】求职简历与自我介绍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【页面定位】在此输入一句个人宣言。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【页面定位】HIGHLIGHTS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求职简历与自我介绍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求职简历与自我介绍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求职意向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在此输入「关于我」的要点一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在此输入「关于我」的要点二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在此输入「关于我」的要点三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在此输入「关于我」的要点四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A · 关于我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B · 技能栈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2A28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关于我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技能栈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求职意向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投递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笔试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A756C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入职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项目经历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在此输入一句个人宣言。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关键数字 / 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维度一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维度二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维度三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A2A28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维度四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B23A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2A2A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57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69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57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69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211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B23A2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C1B19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B23A2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motion:hero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B23A2E"/>
                </a:solidFill>
                <a:latin typeface="Georgia"/>
                <a:ea typeface="宋体"/>
                <a:cs typeface="宋体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00" fill="hold" nodeType="afterEffect" grpId="0" presetID="6" presetClass="emph" presetSubtype="0">
                            <p:stCondLst>
                              <p:cond delay="820"/>
                            </p:stCondLst>
                            <p:childTnLst>
                              <p:animScale>
                                <p:cBhvr>
                                  <p:cTn id="81" dur="500" fill="hold"/>
                                  <p:tgtEl>
                                    <p:spTgt spid="5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C1B19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A756C"/>
                </a:solidFill>
                <a:latin typeface="Segoe UI"/>
                <a:ea typeface="微软雅黑"/>
                <a:cs typeface="微软雅黑"/>
              </a:rPr>
              <a:t>杂志编辑  ·  Editorial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杂志编辑">
  <a:themeElements>
    <a:clrScheme name="SlideForge 杂志编辑">
      <a:dk1>
        <a:srgbClr val="1C1B19"/>
      </a:dk1>
      <a:lt1>
        <a:srgbClr val="FAF6F0"/>
      </a:lt1>
      <a:dk2>
        <a:srgbClr val="7A756C"/>
      </a:dk2>
      <a:lt2>
        <a:srgbClr val="FFFFFF"/>
      </a:lt2>
      <a:accent1>
        <a:srgbClr val="B23A2E"/>
      </a:accent1>
      <a:accent2>
        <a:srgbClr val="2A2A28"/>
      </a:accent2>
      <a:accent3>
        <a:srgbClr val="2A2A28"/>
      </a:accent3>
      <a:accent4>
        <a:srgbClr val="E7DFD2"/>
      </a:accent4>
      <a:accent5>
        <a:srgbClr val="7A756C"/>
      </a:accent5>
      <a:accent6>
        <a:srgbClr val="FFFFFF"/>
      </a:accent6>
      <a:hlink>
        <a:srgbClr val="B23A2E"/>
      </a:hlink>
      <a:folHlink>
        <a:srgbClr val="7A756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