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求职简历与自我介绍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求职简历与自我介绍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关于我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技能栈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项目经历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求职意向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3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关于我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关于我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在此输入「关于我」的要点一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在此输入「关于我」的要点二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在此输入「关于我」的要点三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在此输入「关于我」的要点四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技能栈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A · 关于我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C28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B · 技能栈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285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285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285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223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7F8FA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关于我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技能栈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项目经历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求职意向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4C7CA8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投递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笔试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4C7CA8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面试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入职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4C7C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4C7C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4C7C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4C7C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4C7C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3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项目经历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在此输入一句个人宣言。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4C7CA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4C7CA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4C7CA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C285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C285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4C7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4C7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4C7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4C7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