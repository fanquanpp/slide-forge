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求职简历与自我介绍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在此输入一句个人宣言。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