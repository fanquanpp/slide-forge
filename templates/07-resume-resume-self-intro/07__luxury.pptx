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【页面定位】求职简历与自我介绍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【页面定位】在此输入一句个人宣言。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8D9B5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8D9B5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E8D9B5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C9A227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E8D9B5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C9A227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E8D9B5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A7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轻奢金黑">
  <a:themeElements>
    <a:clrScheme name="SlideForge 轻奢金黑">
      <a:dk1>
        <a:srgbClr val="F5EFE3"/>
      </a:dk1>
      <a:lt1>
        <a:srgbClr val="14120F"/>
      </a:lt1>
      <a:dk2>
        <a:srgbClr val="A79B84"/>
      </a:dk2>
      <a:lt2>
        <a:srgbClr val="1E1B16"/>
      </a:lt2>
      <a:accent1>
        <a:srgbClr val="C9A227"/>
      </a:accent1>
      <a:accent2>
        <a:srgbClr val="E8D9B5"/>
      </a:accent2>
      <a:accent3>
        <a:srgbClr val="E8D9B5"/>
      </a:accent3>
      <a:accent4>
        <a:srgbClr val="2E2A22"/>
      </a:accent4>
      <a:accent5>
        <a:srgbClr val="A79B84"/>
      </a:accent5>
      <a:accent6>
        <a:srgbClr val="1E1B16"/>
      </a:accent6>
      <a:hlink>
        <a:srgbClr val="C9A227"/>
      </a:hlink>
      <a:folHlink>
        <a:srgbClr val="A79B8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