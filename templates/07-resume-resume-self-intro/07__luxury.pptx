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求职简历与自我介绍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求职简历与自我介绍 · 在此输入副标题 / 项目名称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关于我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技能栈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项目经历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求职意向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F5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关于我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关于我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在此输入「关于我」的要点一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在此输入「关于我」的要点二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在此输入「关于我」的要点三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在此输入「关于我」的要点四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技能栈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A · 关于我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E8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B · 技能栈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8D9B5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8D9B5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8D9B5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F5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4120F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45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45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2E2A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关于我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技能栈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项目经历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求职意向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C9A227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投递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A79B84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笔试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A79B84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C9A227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面试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A79B84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入职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3877056"/>
            <a:ext cx="685800" cy="1609344"/>
          </a:xfrm>
          <a:prstGeom prst="rect">
            <a:avLst/>
          </a:prstGeom>
          <a:solidFill>
            <a:srgbClr val="C9A22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14600" y="3145535"/>
            <a:ext cx="685800" cy="2340864"/>
          </a:xfrm>
          <a:prstGeom prst="rect">
            <a:avLst/>
          </a:prstGeom>
          <a:solidFill>
            <a:srgbClr val="E8D9B5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0" y="4169663"/>
            <a:ext cx="685800" cy="1316736"/>
          </a:xfrm>
          <a:prstGeom prst="rect">
            <a:avLst/>
          </a:prstGeom>
          <a:solidFill>
            <a:srgbClr val="C9A22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00600" y="2706624"/>
            <a:ext cx="685800" cy="2779776"/>
          </a:xfrm>
          <a:prstGeom prst="rect">
            <a:avLst/>
          </a:prstGeom>
          <a:solidFill>
            <a:srgbClr val="E8D9B5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0" y="3438144"/>
            <a:ext cx="685800" cy="2048255"/>
          </a:xfrm>
          <a:prstGeom prst="rect">
            <a:avLst/>
          </a:prstGeom>
          <a:solidFill>
            <a:srgbClr val="C9A22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86600" y="3730752"/>
            <a:ext cx="685800" cy="1755648"/>
          </a:xfrm>
          <a:prstGeom prst="rect">
            <a:avLst/>
          </a:prstGeom>
          <a:solidFill>
            <a:srgbClr val="E8D9B5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关键结论 / 解读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1E1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2E2A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2E2A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1E1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2E2A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1E1B16"/>
          </a:solidFill>
          <a:ln w="12700">
            <a:solidFill>
              <a:srgbClr val="2E2A2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1E1B16"/>
          </a:solidFill>
          <a:ln w="12700">
            <a:solidFill>
              <a:srgbClr val="2E2A2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1E1B16"/>
          </a:solidFill>
          <a:ln w="12700">
            <a:solidFill>
              <a:srgbClr val="2E2A2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1E1B16"/>
          </a:solidFill>
          <a:ln w="12700">
            <a:solidFill>
              <a:srgbClr val="2E2A2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1E1B16"/>
          </a:solidFill>
          <a:ln w="12700">
            <a:solidFill>
              <a:srgbClr val="2E2A2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1E1B16"/>
          </a:solidFill>
          <a:ln w="12700">
            <a:solidFill>
              <a:srgbClr val="2E2A2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F5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项目经历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在此输入一句个人宣言。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2E2A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2E2A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2E2A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2E2A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方案对比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方案一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9658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C9A227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49698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方案二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9698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9698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396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方案三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6396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对比矩阵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F5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1E1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2E2A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2E2A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1E1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2E2A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