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74519"/>
            <a:ext cx="822960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44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求职简历与自我介绍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求职简历与自我介绍 · 在此输入副标题 / 项目名称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关于我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技能栈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项目经历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求职意向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F5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关于我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关于我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在此输入「关于我」的要点一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在此输入「关于我」的要点二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在此输入「关于我」的要点三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在此输入「关于我」的要点四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技能栈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A · 关于我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E8D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B · 技能栈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8D9B5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8D9B5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8D9B5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F5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4120F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45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4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2E2A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关于我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技能栈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项目经历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求职意向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81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C9A227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投递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A79B84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笔试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A79B84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C9A227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面试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A79B84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入职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3877056"/>
            <a:ext cx="685800" cy="1609344"/>
          </a:xfrm>
          <a:prstGeom prst="rect">
            <a:avLst/>
          </a:prstGeom>
          <a:solidFill>
            <a:srgbClr val="C9A22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14600" y="3145535"/>
            <a:ext cx="685800" cy="2340864"/>
          </a:xfrm>
          <a:prstGeom prst="rect">
            <a:avLst/>
          </a:prstGeom>
          <a:solidFill>
            <a:srgbClr val="E8D9B5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4169663"/>
            <a:ext cx="685800" cy="1316736"/>
          </a:xfrm>
          <a:prstGeom prst="rect">
            <a:avLst/>
          </a:prstGeom>
          <a:solidFill>
            <a:srgbClr val="C9A22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00600" y="2706624"/>
            <a:ext cx="685800" cy="2779776"/>
          </a:xfrm>
          <a:prstGeom prst="rect">
            <a:avLst/>
          </a:prstGeom>
          <a:solidFill>
            <a:srgbClr val="E8D9B5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3438144"/>
            <a:ext cx="685800" cy="2048255"/>
          </a:xfrm>
          <a:prstGeom prst="rect">
            <a:avLst/>
          </a:prstGeom>
          <a:solidFill>
            <a:srgbClr val="C9A22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86600" y="3730752"/>
            <a:ext cx="685800" cy="1755648"/>
          </a:xfrm>
          <a:prstGeom prst="rect">
            <a:avLst/>
          </a:prstGeom>
          <a:solidFill>
            <a:srgbClr val="E8D9B5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关键结论 / 解读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1E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2E2A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5EFE3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5EFE3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5EFE3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2E2A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5EFE3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5EFE3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5EFE3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1E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2E2A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5EFE3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5EFE3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5EFE3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1E1B16"/>
          </a:solidFill>
          <a:ln w="12700">
            <a:solidFill>
              <a:srgbClr val="2E2A2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1E1B16"/>
          </a:solidFill>
          <a:ln w="12700">
            <a:solidFill>
              <a:srgbClr val="2E2A2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1E1B16"/>
          </a:solidFill>
          <a:ln w="12700">
            <a:solidFill>
              <a:srgbClr val="2E2A2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1E1B16"/>
          </a:solidFill>
          <a:ln w="12700">
            <a:solidFill>
              <a:srgbClr val="2E2A2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1E1B16"/>
          </a:solidFill>
          <a:ln w="12700">
            <a:solidFill>
              <a:srgbClr val="2E2A2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1E1B16"/>
          </a:solidFill>
          <a:ln w="12700">
            <a:solidFill>
              <a:srgbClr val="2E2A2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F5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项目经历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在此输入一句个人宣言。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39"/>
            <a:ext cx="310896" cy="310896"/>
          </a:xfrm>
          <a:prstGeom prst="rect">
            <a:avLst/>
          </a:prstGeom>
          <a:noFill/>
          <a:ln w="1778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30551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F5EFE3"/>
                </a:solidFill>
                <a:latin typeface="Segoe UI"/>
                <a:ea typeface="微软雅黑"/>
                <a:cs typeface="微软雅黑"/>
              </a:rPr>
              <a:t>在此输入待办项一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615184"/>
            <a:ext cx="9784080" cy="0"/>
          </a:xfrm>
          <a:prstGeom prst="line">
            <a:avLst/>
          </a:prstGeom>
          <a:ln w="7620">
            <a:solidFill>
              <a:srgbClr val="2E2A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68680" y="2807207"/>
            <a:ext cx="310896" cy="310896"/>
          </a:xfrm>
          <a:prstGeom prst="rect">
            <a:avLst/>
          </a:prstGeom>
          <a:noFill/>
          <a:ln w="1778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19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61487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F5EFE3"/>
                </a:solidFill>
                <a:latin typeface="Segoe UI"/>
                <a:ea typeface="微软雅黑"/>
                <a:cs typeface="微软雅黑"/>
              </a:rPr>
              <a:t>在此输入待办项二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54480" y="3273551"/>
            <a:ext cx="9784080" cy="0"/>
          </a:xfrm>
          <a:prstGeom prst="line">
            <a:avLst/>
          </a:prstGeom>
          <a:ln w="7620">
            <a:solidFill>
              <a:srgbClr val="2E2A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8680" y="3465575"/>
            <a:ext cx="310896" cy="310896"/>
          </a:xfrm>
          <a:prstGeom prst="rect">
            <a:avLst/>
          </a:prstGeom>
          <a:noFill/>
          <a:ln w="1778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47287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198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F5EFE3"/>
                </a:solidFill>
                <a:latin typeface="Segoe UI"/>
                <a:ea typeface="微软雅黑"/>
                <a:cs typeface="微软雅黑"/>
              </a:rPr>
              <a:t>在此输入待办项三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54480" y="3931920"/>
            <a:ext cx="9784080" cy="0"/>
          </a:xfrm>
          <a:prstGeom prst="line">
            <a:avLst/>
          </a:prstGeom>
          <a:ln w="7620">
            <a:solidFill>
              <a:srgbClr val="2E2A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68680" y="4123944"/>
            <a:ext cx="310896" cy="310896"/>
          </a:xfrm>
          <a:prstGeom prst="rect">
            <a:avLst/>
          </a:prstGeom>
          <a:noFill/>
          <a:ln w="1778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05656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782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F5EFE3"/>
                </a:solidFill>
                <a:latin typeface="Segoe UI"/>
                <a:ea typeface="微软雅黑"/>
                <a:cs typeface="微软雅黑"/>
              </a:rPr>
              <a:t>在此输入待办项四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54480" y="4590288"/>
            <a:ext cx="9784080" cy="0"/>
          </a:xfrm>
          <a:prstGeom prst="line">
            <a:avLst/>
          </a:prstGeom>
          <a:ln w="7620">
            <a:solidFill>
              <a:srgbClr val="2E2A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方案对比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方案一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9658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C9A227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9698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方案二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9698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9698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6356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6396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方案三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6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1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5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7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1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对比矩阵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58368"/>
          </a:xfrm>
          <a:prstGeom prst="rect">
            <a:avLst/>
          </a:prstGeom>
          <a:solidFill>
            <a:srgbClr val="F5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2283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171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807208"/>
            <a:ext cx="10545775" cy="658368"/>
          </a:xfrm>
          <a:prstGeom prst="rect">
            <a:avLst/>
          </a:prstGeom>
          <a:solidFill>
            <a:srgbClr val="1E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22960" y="2807208"/>
            <a:ext cx="10545775" cy="0"/>
          </a:xfrm>
          <a:prstGeom prst="line">
            <a:avLst/>
          </a:prstGeom>
          <a:ln w="7620">
            <a:solidFill>
              <a:srgbClr val="2E2A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2952048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5EFE3"/>
                </a:solidFill>
                <a:latin typeface="Segoe UI"/>
                <a:ea typeface="微软雅黑"/>
                <a:cs typeface="微软雅黑"/>
              </a:rPr>
              <a:t>维度一</a:t>
            </a:r>
          </a:p>
        </p:txBody>
      </p:sp>
      <p:sp>
        <p:nvSpPr>
          <p:cNvPr id="14" name="Oval 13"/>
          <p:cNvSpPr/>
          <p:nvPr/>
        </p:nvSpPr>
        <p:spPr>
          <a:xfrm>
            <a:off x="4677041" y="3035808"/>
            <a:ext cx="201168" cy="20116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3485" y="3035808"/>
            <a:ext cx="201168" cy="20116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49929" y="3035808"/>
            <a:ext cx="201168" cy="201168"/>
          </a:xfrm>
          <a:prstGeom prst="ellipse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22960" y="3465576"/>
            <a:ext cx="10545775" cy="0"/>
          </a:xfrm>
          <a:prstGeom prst="line">
            <a:avLst/>
          </a:prstGeom>
          <a:ln w="7620">
            <a:solidFill>
              <a:srgbClr val="2E2A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05840" y="3610416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5EFE3"/>
                </a:solidFill>
                <a:latin typeface="Segoe UI"/>
                <a:ea typeface="微软雅黑"/>
                <a:cs typeface="微软雅黑"/>
              </a:rPr>
              <a:t>维度二</a:t>
            </a:r>
          </a:p>
        </p:txBody>
      </p:sp>
      <p:sp>
        <p:nvSpPr>
          <p:cNvPr id="19" name="Oval 18"/>
          <p:cNvSpPr/>
          <p:nvPr/>
        </p:nvSpPr>
        <p:spPr>
          <a:xfrm>
            <a:off x="4677041" y="3694176"/>
            <a:ext cx="201168" cy="20116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3485" y="3694176"/>
            <a:ext cx="201168" cy="201168"/>
          </a:xfrm>
          <a:prstGeom prst="ellipse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49929" y="3694176"/>
            <a:ext cx="201168" cy="20116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123944"/>
            <a:ext cx="10545775" cy="658368"/>
          </a:xfrm>
          <a:prstGeom prst="rect">
            <a:avLst/>
          </a:prstGeom>
          <a:solidFill>
            <a:srgbClr val="1E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22960" y="4123944"/>
            <a:ext cx="10545775" cy="0"/>
          </a:xfrm>
          <a:prstGeom prst="line">
            <a:avLst/>
          </a:prstGeom>
          <a:ln w="7620">
            <a:solidFill>
              <a:srgbClr val="2E2A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5840" y="4268784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5EFE3"/>
                </a:solidFill>
                <a:latin typeface="Segoe UI"/>
                <a:ea typeface="微软雅黑"/>
                <a:cs typeface="微软雅黑"/>
              </a:rPr>
              <a:t>维度三</a:t>
            </a:r>
          </a:p>
        </p:txBody>
      </p:sp>
      <p:sp>
        <p:nvSpPr>
          <p:cNvPr id="25" name="Oval 24"/>
          <p:cNvSpPr/>
          <p:nvPr/>
        </p:nvSpPr>
        <p:spPr>
          <a:xfrm>
            <a:off x="4677041" y="4352544"/>
            <a:ext cx="201168" cy="20116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3485" y="4352544"/>
            <a:ext cx="201168" cy="20116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9929" y="4352544"/>
            <a:ext cx="201168" cy="20116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