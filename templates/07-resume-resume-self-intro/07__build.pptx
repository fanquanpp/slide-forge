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求职简历与自我介绍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求职简历与自我介绍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在此输入「关于我」的要点一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在此输入「关于我」的要点二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在此输入「关于我」的要点三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在此输入「关于我」的要点四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关于我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技能栈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投递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笔试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入职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在此输入一句个人宣言。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