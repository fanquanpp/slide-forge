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2F6B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【页面定位】求职简历与自我介绍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【页面定位】在此输入一句个人宣言。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1A1A1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1A1A1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1A1A1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2F6B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1A1A1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1A1A1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2F6B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2F6B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1A1A1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2F6B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2F6B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1A1A1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2F6B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2F6B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1A1A1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1A1A1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呼吸留白极简">
  <a:themeElements>
    <a:clrScheme name="SlideForge 呼吸留白极简">
      <a:dk1>
        <a:srgbClr val="1A1A1A"/>
      </a:dk1>
      <a:lt1>
        <a:srgbClr val="FBFBFA"/>
      </a:lt1>
      <a:dk2>
        <a:srgbClr val="8A8A8A"/>
      </a:dk2>
      <a:lt2>
        <a:srgbClr val="FFFFFF"/>
      </a:lt2>
      <a:accent1>
        <a:srgbClr val="2F6BFF"/>
      </a:accent1>
      <a:accent2>
        <a:srgbClr val="1A1A1A"/>
      </a:accent2>
      <a:accent3>
        <a:srgbClr val="1A1A1A"/>
      </a:accent3>
      <a:accent4>
        <a:srgbClr val="E6E6E6"/>
      </a:accent4>
      <a:accent5>
        <a:srgbClr val="8A8A8A"/>
      </a:accent5>
      <a:accent6>
        <a:srgbClr val="FFFFFF"/>
      </a:accent6>
      <a:hlink>
        <a:srgbClr val="2F6BFF"/>
      </a:hlink>
      <a:folHlink>
        <a:srgbClr val="8A8A8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