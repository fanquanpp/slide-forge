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自我介绍 · 在此输入姓名 / 目标岗位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联系方式  ·  城市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在此输入个人优势一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在此输入个人优势二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在此输入个人优势三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在此输入个人优势四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熟练技能 / 了解技能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熟练技能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技能一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技能二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技能三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了解技能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技能一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技能二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技能三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B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经验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证书 / 奖项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作品 / 文章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实习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经历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YYYY-MM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在此填经历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在此填角色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YYYY-MM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在此填角色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YYYY-MM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在此填经历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在此填角色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姓名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12867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5033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5033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一个身份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286000"/>
            <a:ext cx="5112867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17941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7941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另一个身份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