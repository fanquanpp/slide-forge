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示例系列（右键→编辑数据）</c:v>
                </c:pt>
              </c:strCache>
            </c:strRef>
          </c:tx>
          <c:spPr>
            <a:solidFill>
              <a:srgbClr val="2F6BFF"/>
            </a:solidFill>
          </c:spPr>
          <c:cat>
            <c:strRef>
              <c:f>Sheet1!$A$2:$A$7</c:f>
              <c:strCache>
                <c:ptCount val="6"/>
                <c:pt idx="0">
                  <c:v>指标一</c:v>
                </c:pt>
                <c:pt idx="1">
                  <c:v>指标二</c:v>
                </c:pt>
                <c:pt idx="2">
                  <c:v>指标三</c:v>
                </c:pt>
                <c:pt idx="3">
                  <c:v>指标四</c:v>
                </c:pt>
                <c:pt idx="4">
                  <c:v>指标五</c:v>
                </c:pt>
                <c:pt idx="5">
                  <c:v>指标六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80</c:v>
                </c:pt>
                <c:pt idx="2">
                  <c:v>45</c:v>
                </c:pt>
                <c:pt idx="3">
                  <c:v>95</c:v>
                </c:pt>
                <c:pt idx="4">
                  <c:v>70</c:v>
                </c:pt>
                <c:pt idx="5">
                  <c:v>60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【页面定位】求职简历与自我介绍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【页面定位】在此输入一句个人宣言。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【页面定位】GLOSSARY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【页面定位】HIGHLIGHT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【页面定位】QUOTES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求职简历与自我介绍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求职简历与自我介绍 · 在此输入副标题 / 项目名称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关于我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技能栈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项目经历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求职意向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关于我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关于我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在此输入「关于我」的要点一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在此输入「关于我」的要点二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在此输入「关于我」的要点三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在此输入「关于我」的要点四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技能栈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A · 关于我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B · 技能栈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关于我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技能栈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项目经历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求职意向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2F6B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投递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笔试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2F6B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面试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入职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项目经历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在此输入一句个人宣言。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