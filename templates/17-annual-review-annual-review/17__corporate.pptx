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年度总结与规划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年度总结与规划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年度回望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关键成果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问题与反思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明年规划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年度回望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年度回望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在此输入「年度回望」的要点一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在此输入「年度回望」的要点二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在此输入「年度回望」的要点三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在此输入「年度回望」的要点四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A · 年度回望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B · 关键成果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年度回望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问题与反思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明年规划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5FBF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启动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1E5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69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7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2F5FA"/>
          </a:solidFill>
          <a:ln w="12700">
            <a:solidFill>
              <a:srgbClr val="D7E0E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0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问题与反思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在此输入一句年度关键词。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1E5FB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1E5FB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1E5FB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C9A22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1E5FB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E5FBF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6000"/>
            </a:avLst>
          </a:prstGeom>
          <a:solidFill>
            <a:srgbClr val="F2F5FA"/>
          </a:solidFill>
          <a:ln w="9525">
            <a:solidFill>
              <a:srgbClr val="D7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0233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1E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7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B6B82"/>
                </a:solidFill>
                <a:latin typeface="Segoe UI"/>
                <a:ea typeface="微软雅黑"/>
                <a:cs typeface="微软雅黑"/>
              </a:rPr>
              <a:t>商务蓝调  ·  Corporate Blue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