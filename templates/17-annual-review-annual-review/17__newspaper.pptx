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8C1D18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年度总结与规划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年度总结与规划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在此输入「年度回望」的要点四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A2A2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4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8C1D18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61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问题与反思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在此输入一句年度关键词。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8C1D1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2A2A28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8C1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DD6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8C1D18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D6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8C1D18"/>
                </a:solidFill>
                <a:latin typeface="Georgia"/>
                <a:ea typeface="宋体"/>
                <a:cs typeface="宋体"/>
              </a:rPr>
              <a:t>●  </a:t>
            </a:r>
            <a:r>
              <a:rPr sz="125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6130E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8C1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D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75B"/>
                </a:solidFill>
                <a:latin typeface="Georgia"/>
                <a:ea typeface="宋体"/>
                <a:cs typeface="宋体"/>
              </a:rPr>
              <a:t>报纸排版  ·  Newspaper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