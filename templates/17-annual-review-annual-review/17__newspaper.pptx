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【页面定位】在此输入一句年度关键词。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8C1D1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年度总结与规划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年度总结与规划 · 在此输入副标题 / 项目名称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8C1D18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在此输入一句年度关键词。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8C1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8C1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8C1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8C1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