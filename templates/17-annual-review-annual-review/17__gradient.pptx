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年度总结与规划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年度总结与规划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在此输入「年度回望」的要点一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在此输入「年度回望」的要点二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在此输入「年度回望」的要点三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在此输入「年度回望」的要点四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A · 年度回望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B · 关键成果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8FB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A2E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C8CFF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C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2740"/>
          </a:solidFill>
          <a:ln w="12700">
            <a:solidFill>
              <a:srgbClr val="2A355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在此输入一句年度关键词。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8000"/>
            </a:avLst>
          </a:prstGeom>
          <a:solidFill>
            <a:srgbClr val="1E2740"/>
          </a:solidFill>
          <a:ln w="9525">
            <a:solidFill>
              <a:srgbClr val="2A35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C8CFF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2A355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6C8C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FF8FB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EEF2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A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A7CC"/>
                </a:solidFill>
                <a:latin typeface="Segoe UI"/>
                <a:ea typeface="微软雅黑"/>
                <a:cs typeface="微软雅黑"/>
              </a:rPr>
              <a:t>渐变流体  ·  Gradient Flow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