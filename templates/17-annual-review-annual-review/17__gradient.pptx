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年度总结与规划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在此输入一句年度关键词。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