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年度总结与规划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年度总结与规划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关键成果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问题与反思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明年规划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在此输入「年度回望」的要点一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在此输入「年度回望」的要点二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在此输入「年度回望」的要点三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在此输入「年度回望」的要点四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年度回望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关键成果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问题与反思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明年规划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启动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问题与反思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在此输入一句年度关键词。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