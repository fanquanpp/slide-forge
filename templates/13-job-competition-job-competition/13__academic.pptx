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34508C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竞聘述职与答辩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竞聘述职与答辩 · 在此输入副标题 / 项目名称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岗位理解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个人优势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工作设想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承诺与计划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岗位理解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岗位理解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在此输入「岗位理解」的要点一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在此输入「岗位理解」的要点二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在此输入「岗位理解」的要点三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在此输入「岗位理解」的要点四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个人优势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岗位理解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个人优势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岗位理解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个人优势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工作设想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承诺与计划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竞选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陈述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答辩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公示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34508C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工作设想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在此输入一句竞选宣言。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QUOTES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金句墙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在此输入短句一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3562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9594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6170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在此输入短句二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4164" y="2103120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80196" y="221284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6772" y="2743200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在此输入短句三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在此输入短句四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3562" y="4174235"/>
            <a:ext cx="3344570" cy="1815084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9594" y="428396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6170" y="4814316"/>
            <a:ext cx="2759354" cy="9006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在此输入短句五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常见问题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232257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232257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4942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9689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63239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328269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3282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20954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在此输入问题二？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57015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23360"/>
            <a:ext cx="104241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60704" y="4242816"/>
            <a:ext cx="402336" cy="402336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424281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69664"/>
            <a:ext cx="9235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在此输入问题三？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517136"/>
            <a:ext cx="9235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在此输入回答（占位）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