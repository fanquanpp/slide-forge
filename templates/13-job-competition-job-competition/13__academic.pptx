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34508C"/>
              </a:solidFill>
            </c:spPr>
          </c:dPt>
          <c:dPt>
            <c:idx val="1"/>
            <c:spPr>
              <a:solidFill>
                <a:srgbClr val="B4552D"/>
              </a:solidFill>
            </c:spPr>
          </c:dPt>
          <c:dPt>
            <c:idx val="2"/>
            <c:spPr>
              <a:solidFill>
                <a:srgbClr val="34508C"/>
              </a:solidFill>
            </c:spPr>
          </c:dPt>
          <c:dPt>
            <c:idx val="3"/>
            <c:spPr>
              <a:solidFill>
                <a:srgbClr val="B4552D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【页面定位】在此输入一句竞选宣言。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竞聘述职与答辩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承诺与计划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公示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在此输入一句竞选宣言。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4552D"/>
                </a:solidFill>
                <a:latin typeface="Georgia"/>
                <a:ea typeface="宋体"/>
                <a:cs typeface="宋体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学术严谨">
  <a:themeElements>
    <a:clrScheme name="SlideForge 学术严谨">
      <a:dk1>
        <a:srgbClr val="22252A"/>
      </a:dk1>
      <a:lt1>
        <a:srgbClr val="FFFFFF"/>
      </a:lt1>
      <a:dk2>
        <a:srgbClr val="6B7280"/>
      </a:dk2>
      <a:lt2>
        <a:srgbClr val="F4F6F8"/>
      </a:lt2>
      <a:accent1>
        <a:srgbClr val="34508C"/>
      </a:accent1>
      <a:accent2>
        <a:srgbClr val="B4552D"/>
      </a:accent2>
      <a:accent3>
        <a:srgbClr val="B4552D"/>
      </a:accent3>
      <a:accent4>
        <a:srgbClr val="DDE3EA"/>
      </a:accent4>
      <a:accent5>
        <a:srgbClr val="6B7280"/>
      </a:accent5>
      <a:accent6>
        <a:srgbClr val="F4F6F8"/>
      </a:accent6>
      <a:hlink>
        <a:srgbClr val="34508C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