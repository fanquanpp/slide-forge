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【页面定位】在此输入一句竞选宣言。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450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竞聘述职与答辩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个人优势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工作设想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承诺与计划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450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工作设想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在此输入一句竞选宣言。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