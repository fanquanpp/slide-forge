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【页面定位】竞聘述职与答辩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【页面定位】在此输入一句竞选宣言。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竞聘述职与答辩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竞聘述职与答辩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个人优势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工作设想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承诺与计划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在此输入「岗位理解」的要点一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在此输入「岗位理解」的要点二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在此输入「岗位理解」的要点三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在此输入「岗位理解」的要点四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个人优势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A · 岗位理解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28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B · 个人优势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285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7F8F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个人优势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工作设想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承诺与计划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竞选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陈述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4C7CA8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答辩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公示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4C7C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4C7C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4C7C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4C7C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4C7C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69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工作设想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在此输入一句竞选宣言。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22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4C7CA8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E2E7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个人优势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工作设想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承诺与计划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303C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4C7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C8A99"/>
                </a:solidFill>
                <a:latin typeface="Segoe UI"/>
                <a:ea typeface="微软雅黑"/>
                <a:cs typeface="微软雅黑"/>
              </a:rPr>
              <a:t>北欧灰蓝  ·  Nordic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