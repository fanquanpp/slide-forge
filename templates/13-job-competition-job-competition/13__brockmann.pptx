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E2231A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【页面定位】竞聘述职与答辩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【页面定位】在此输入一句竞选宣言。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【页面定位】VENN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竞聘述职与答辩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竞聘述职与答辩 · 在此输入副标题 / 项目名称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在此输入「岗位理解」的要点一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在此输入「岗位理解」的要点二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在此输入「岗位理解」的要点三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在此输入「岗位理解」的要点四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岗位理解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个人优势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竞选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陈述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公示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在此输入一句竞选宣言。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态势分析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on:hero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00" fill="hold" nodeType="afterEffect" grpId="0" presetID="6" presetClass="emph" presetSubtype="0">
                            <p:stCondLst>
                              <p:cond delay="950"/>
                            </p:stCondLst>
                            <p:childTnLst>
                              <p:animScale>
                                <p:cBhvr>
                                  <p:cTn id="101" dur="500" fill="hold"/>
                                  <p:tgtEl>
                                    <p:spTgt spid="6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VENN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三圆交集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E2231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主题一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111111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主题二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6B6B6B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主题三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主题一：在此输入一句要点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主题二：在此输入一句要点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主题三：在此输入一句要点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数学网格功能主义">
  <a:themeElements>
    <a:clrScheme name="SlideForge 数学网格功能主义">
      <a:dk1>
        <a:srgbClr val="111111"/>
      </a:dk1>
      <a:lt1>
        <a:srgbClr val="FFFFFF"/>
      </a:lt1>
      <a:dk2>
        <a:srgbClr val="6B6B6B"/>
      </a:dk2>
      <a:lt2>
        <a:srgbClr val="F7F7F5"/>
      </a:lt2>
      <a:accent1>
        <a:srgbClr val="E2231A"/>
      </a:accent1>
      <a:accent2>
        <a:srgbClr val="111111"/>
      </a:accent2>
      <a:accent3>
        <a:srgbClr val="111111"/>
      </a:accent3>
      <a:accent4>
        <a:srgbClr val="D8D8D4"/>
      </a:accent4>
      <a:accent5>
        <a:srgbClr val="6B6B6B"/>
      </a:accent5>
      <a:accent6>
        <a:srgbClr val="F7F7F5"/>
      </a:accent6>
      <a:hlink>
        <a:srgbClr val="E2231A"/>
      </a:hlink>
      <a:folHlink>
        <a:srgbClr val="6B6B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