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874519"/>
            <a:ext cx="822960" cy="91440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94560"/>
            <a:ext cx="96926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4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竞聘述职与答辩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794760"/>
            <a:ext cx="9144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竞聘述职与答辩 · 在此输入副标题 / 项目名称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39496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岗位理解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783080" y="2660904"/>
            <a:ext cx="4160520" cy="0"/>
          </a:xfrm>
          <a:prstGeom prst="line">
            <a:avLst/>
          </a:prstGeom>
          <a:ln w="9525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3093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694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个人优势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269480" y="2660904"/>
            <a:ext cx="4160520" cy="0"/>
          </a:xfrm>
          <a:prstGeom prst="line">
            <a:avLst/>
          </a:prstGeom>
          <a:ln w="9525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工作设想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783080" y="3575304"/>
            <a:ext cx="4160520" cy="0"/>
          </a:xfrm>
          <a:prstGeom prst="line">
            <a:avLst/>
          </a:prstGeom>
          <a:ln w="9525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93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承诺与计划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269480" y="3575304"/>
            <a:ext cx="4160520" cy="0"/>
          </a:xfrm>
          <a:prstGeom prst="line">
            <a:avLst/>
          </a:prstGeom>
          <a:ln w="9525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岗位理解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岗位理解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10424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在此输入「岗位理解」的要点一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在此输入「岗位理解」的要点二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在此输入「岗位理解」的要点三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在此输入「岗位理解」的要点四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个人优势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A · 岗位理解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B · 个人优势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岗位理解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个人优势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工作设想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承诺与计划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evron 5"/>
          <p:cNvSpPr/>
          <p:nvPr/>
        </p:nvSpPr>
        <p:spPr>
          <a:xfrm>
            <a:off x="822960" y="2743200"/>
            <a:ext cx="2464993" cy="1371600"/>
          </a:xfrm>
          <a:prstGeom prst="chevron">
            <a:avLst/>
          </a:prstGeom>
          <a:solidFill>
            <a:srgbClr val="2F6B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竞选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Chevron 8"/>
          <p:cNvSpPr/>
          <p:nvPr/>
        </p:nvSpPr>
        <p:spPr>
          <a:xfrm>
            <a:off x="3516553" y="2743200"/>
            <a:ext cx="2464993" cy="1371600"/>
          </a:xfrm>
          <a:prstGeom prst="chevron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陈述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Chevron 11"/>
          <p:cNvSpPr/>
          <p:nvPr/>
        </p:nvSpPr>
        <p:spPr>
          <a:xfrm>
            <a:off x="6210147" y="2743200"/>
            <a:ext cx="2464993" cy="1371600"/>
          </a:xfrm>
          <a:prstGeom prst="chevron">
            <a:avLst/>
          </a:prstGeom>
          <a:solidFill>
            <a:srgbClr val="2F6B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答辩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Chevron 14"/>
          <p:cNvSpPr/>
          <p:nvPr/>
        </p:nvSpPr>
        <p:spPr>
          <a:xfrm>
            <a:off x="8903741" y="2743200"/>
            <a:ext cx="2464993" cy="1371600"/>
          </a:xfrm>
          <a:prstGeom prst="chevron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公示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3877056"/>
            <a:ext cx="685800" cy="1609344"/>
          </a:xfrm>
          <a:prstGeom prst="rect">
            <a:avLst/>
          </a:prstGeom>
          <a:solidFill>
            <a:srgbClr val="2F6B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14600" y="3145535"/>
            <a:ext cx="685800" cy="2340864"/>
          </a:xfrm>
          <a:prstGeom prst="rect">
            <a:avLst/>
          </a:prstGeom>
          <a:solidFill>
            <a:srgbClr val="1A1A1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0" y="4169663"/>
            <a:ext cx="685800" cy="1316736"/>
          </a:xfrm>
          <a:prstGeom prst="rect">
            <a:avLst/>
          </a:prstGeom>
          <a:solidFill>
            <a:srgbClr val="2F6B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800600" y="2706624"/>
            <a:ext cx="685800" cy="2779776"/>
          </a:xfrm>
          <a:prstGeom prst="rect">
            <a:avLst/>
          </a:prstGeom>
          <a:solidFill>
            <a:srgbClr val="1A1A1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43600" y="3438144"/>
            <a:ext cx="685800" cy="2048255"/>
          </a:xfrm>
          <a:prstGeom prst="rect">
            <a:avLst/>
          </a:prstGeom>
          <a:solidFill>
            <a:srgbClr val="2F6B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086600" y="3730752"/>
            <a:ext cx="685800" cy="1755648"/>
          </a:xfrm>
          <a:prstGeom prst="rect">
            <a:avLst/>
          </a:prstGeom>
          <a:solidFill>
            <a:srgbClr val="1A1A1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6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6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6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6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6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6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工作设想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在此输入一句竞选宣言。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多线路线图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36829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线一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286000" y="2971800"/>
            <a:ext cx="9052560" cy="0"/>
          </a:xfrm>
          <a:prstGeom prst="line">
            <a:avLst/>
          </a:prstGeom>
          <a:ln w="1270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37744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2F6B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8716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2F6B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8172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6656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2F6B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7628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01421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线二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286000" y="4617720"/>
            <a:ext cx="9052560" cy="0"/>
          </a:xfrm>
          <a:prstGeom prst="line">
            <a:avLst/>
          </a:prstGeom>
          <a:ln w="1270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237744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1A1A1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8716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1A1A1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8172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CHECKLIST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清单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68680" y="2148839"/>
            <a:ext cx="310896" cy="310896"/>
          </a:xfrm>
          <a:prstGeom prst="rect">
            <a:avLst/>
          </a:prstGeom>
          <a:noFill/>
          <a:ln w="17780">
            <a:solidFill>
              <a:srgbClr val="2F6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30551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103120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在此输入待办项一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554480" y="2615184"/>
            <a:ext cx="9784080" cy="0"/>
          </a:xfrm>
          <a:prstGeom prst="line">
            <a:avLst/>
          </a:prstGeom>
          <a:ln w="762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868680" y="2807207"/>
            <a:ext cx="310896" cy="310896"/>
          </a:xfrm>
          <a:prstGeom prst="rect">
            <a:avLst/>
          </a:prstGeom>
          <a:noFill/>
          <a:ln w="17780">
            <a:solidFill>
              <a:srgbClr val="2F6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788919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761487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在此输入待办项二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554480" y="3273551"/>
            <a:ext cx="9784080" cy="0"/>
          </a:xfrm>
          <a:prstGeom prst="line">
            <a:avLst/>
          </a:prstGeom>
          <a:ln w="762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868680" y="3465575"/>
            <a:ext cx="310896" cy="310896"/>
          </a:xfrm>
          <a:prstGeom prst="rect">
            <a:avLst/>
          </a:prstGeom>
          <a:noFill/>
          <a:ln w="17780">
            <a:solidFill>
              <a:srgbClr val="2F6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447287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3419856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在此输入待办项三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554480" y="3931920"/>
            <a:ext cx="9784080" cy="0"/>
          </a:xfrm>
          <a:prstGeom prst="line">
            <a:avLst/>
          </a:prstGeom>
          <a:ln w="762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68680" y="4123944"/>
            <a:ext cx="310896" cy="310896"/>
          </a:xfrm>
          <a:prstGeom prst="rect">
            <a:avLst/>
          </a:prstGeom>
          <a:noFill/>
          <a:ln w="17780">
            <a:solidFill>
              <a:srgbClr val="2F6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105656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4078224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在此输入待办项四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554480" y="4590288"/>
            <a:ext cx="9784080" cy="0"/>
          </a:xfrm>
          <a:prstGeom prst="line">
            <a:avLst/>
          </a:prstGeom>
          <a:ln w="762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OPTIONS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方案对比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3332378" cy="37947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方案一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29658" y="2148840"/>
            <a:ext cx="3332378" cy="3794760"/>
          </a:xfrm>
          <a:prstGeom prst="roundRect">
            <a:avLst>
              <a:gd name="adj" fmla="val 10000"/>
            </a:avLst>
          </a:prstGeom>
          <a:solidFill>
            <a:srgbClr val="2F6B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49698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方案二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49698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49698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36356" y="2148840"/>
            <a:ext cx="3332378" cy="37947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56396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方案三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56396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6396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4" name="Rectangle 3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