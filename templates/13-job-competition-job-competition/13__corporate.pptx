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竞聘述职与答辩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竞聘述职与答辩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wip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承诺与计划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在此输入「岗位理解」的要点一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在此输入「岗位理解」的要点二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在此输入「岗位理解」的要点三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在此输入「岗位理解」的要点四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岗位理解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个人优势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岗位理解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个人优势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承诺与计划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竞选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陈述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答辩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公示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工作设想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在此输入一句竞选宣言。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