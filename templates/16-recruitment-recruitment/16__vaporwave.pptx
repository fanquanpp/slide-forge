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【页面定位】招新宣讲与纳新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【页面定位】在此输入一句招新口号。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招新宣讲与纳新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招新宣讲与纳新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在此输入「社团介绍」的要点一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在此输入「社团介绍」的要点二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在此输入「社团介绍」的要点三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在此输入「社团介绍」的要点四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A · 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7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B · 部门与岗位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03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入社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在此输入一句招新口号。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5FD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7E6D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7E6D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F5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