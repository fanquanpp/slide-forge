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FF5FD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37E6D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招新宣讲与纳新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招新宣讲与纳新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部门与岗位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成长路径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报名方式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FF5FD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37E6D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6E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在此输入「社团介绍」的要点一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在此输入「社团介绍」的要点二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在此输入「社团介绍」的要点三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在此输入「社团介绍」的要点四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部门与岗位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A · 社团介绍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37E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B · 部门与岗位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7E6D0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7E6D0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7E6D0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F6E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036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社团介绍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部门与岗位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成长路径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报名方式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5FD2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宣讲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报名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5FD2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面试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入社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FF5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FF5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FF5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FF5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FF5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2415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2415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FF5FD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37E6D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6E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成长路径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FF5FD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37E6D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在此输入一句招新口号。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5FD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5FD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5FD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37E6D0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37E6D0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FF5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FF5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FF5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FF5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FF5FD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37E6D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