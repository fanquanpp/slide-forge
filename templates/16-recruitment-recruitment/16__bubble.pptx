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5FA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D24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3EC6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招新宣讲与纳新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招新宣讲与纳新 · 在此输入副标题 / 项目名称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社团介绍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部门与岗位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成长路径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报名方式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5FA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D24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3EC6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F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社团介绍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社团介绍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在此输入「社团介绍」的要点一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在此输入「社团介绍」的要点二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在此输入「社团介绍」的要点三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在此输入「社团介绍」的要点四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部门与岗位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A · 社团介绍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3EC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B · 部门与岗位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EC6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EC6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EC6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1F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DF8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45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45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F0E9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社团介绍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部门与岗位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成长路径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报名方式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5FA2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宣讲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报名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5FA2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面试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入社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3877056"/>
            <a:ext cx="685800" cy="1609344"/>
          </a:xfrm>
          <a:prstGeom prst="rect">
            <a:avLst/>
          </a:prstGeom>
          <a:solidFill>
            <a:srgbClr val="FF5FA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14600" y="3145535"/>
            <a:ext cx="685800" cy="2340864"/>
          </a:xfrm>
          <a:prstGeom prst="rect">
            <a:avLst/>
          </a:prstGeom>
          <a:solidFill>
            <a:srgbClr val="3EC6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0" y="4169663"/>
            <a:ext cx="685800" cy="1316736"/>
          </a:xfrm>
          <a:prstGeom prst="rect">
            <a:avLst/>
          </a:prstGeom>
          <a:solidFill>
            <a:srgbClr val="FF5FA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00600" y="2706624"/>
            <a:ext cx="685800" cy="2779776"/>
          </a:xfrm>
          <a:prstGeom prst="rect">
            <a:avLst/>
          </a:prstGeom>
          <a:solidFill>
            <a:srgbClr val="3EC6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0" y="3438144"/>
            <a:ext cx="685800" cy="2048255"/>
          </a:xfrm>
          <a:prstGeom prst="rect">
            <a:avLst/>
          </a:prstGeom>
          <a:solidFill>
            <a:srgbClr val="FF5FA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86600" y="3730752"/>
            <a:ext cx="685800" cy="1755648"/>
          </a:xfrm>
          <a:prstGeom prst="rect">
            <a:avLst/>
          </a:prstGeom>
          <a:solidFill>
            <a:srgbClr val="3EC6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F0E9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F0E9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F0E9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9F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9F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9F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9F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9F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9F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5FA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D24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3EC6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F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成长路径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5FA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D24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3EC6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在此输入一句招新口号。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分步说明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371600" y="2286000"/>
            <a:ext cx="0" cy="2331720"/>
          </a:xfrm>
          <a:prstGeom prst="line">
            <a:avLst/>
          </a:prstGeom>
          <a:ln w="20320">
            <a:solidFill>
              <a:srgbClr val="F0E9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97864" y="2212848"/>
            <a:ext cx="347472" cy="347472"/>
          </a:xfrm>
          <a:prstGeom prst="ellipse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97864" y="221284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488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社团介绍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48716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1" name="Oval 10"/>
          <p:cNvSpPr/>
          <p:nvPr/>
        </p:nvSpPr>
        <p:spPr>
          <a:xfrm>
            <a:off x="1197864" y="2990088"/>
            <a:ext cx="347472" cy="347472"/>
          </a:xfrm>
          <a:prstGeom prst="ellipse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7864" y="299008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926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部门与岗位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6440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5" name="Oval 14"/>
          <p:cNvSpPr/>
          <p:nvPr/>
        </p:nvSpPr>
        <p:spPr>
          <a:xfrm>
            <a:off x="1197864" y="3767327"/>
            <a:ext cx="347472" cy="347472"/>
          </a:xfrm>
          <a:prstGeom prst="ellipse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97864" y="376732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033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成长路径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4164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9" name="Oval 18"/>
          <p:cNvSpPr/>
          <p:nvPr/>
        </p:nvSpPr>
        <p:spPr>
          <a:xfrm>
            <a:off x="1197864" y="4544567"/>
            <a:ext cx="347472" cy="347472"/>
          </a:xfrm>
          <a:prstGeom prst="ellipse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97864" y="454456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80559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报名方式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1888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GLOSSARY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术语表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术语一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10312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2633472"/>
            <a:ext cx="10515600" cy="0"/>
          </a:xfrm>
          <a:prstGeom prst="line">
            <a:avLst/>
          </a:prstGeom>
          <a:ln w="7620">
            <a:solidFill>
              <a:srgbClr val="F0E9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761487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术语二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761487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291839"/>
            <a:ext cx="10515600" cy="0"/>
          </a:xfrm>
          <a:prstGeom prst="line">
            <a:avLst/>
          </a:prstGeom>
          <a:ln w="7620">
            <a:solidFill>
              <a:srgbClr val="F0E9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419856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术语三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419856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2960" y="3950207"/>
            <a:ext cx="10515600" cy="0"/>
          </a:xfrm>
          <a:prstGeom prst="line">
            <a:avLst/>
          </a:prstGeom>
          <a:ln w="7620">
            <a:solidFill>
              <a:srgbClr val="F0E9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078224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术语四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4078224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4608576"/>
            <a:ext cx="10515600" cy="0"/>
          </a:xfrm>
          <a:prstGeom prst="line">
            <a:avLst/>
          </a:prstGeom>
          <a:ln w="7620">
            <a:solidFill>
              <a:srgbClr val="F0E9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HIGHLIGHT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72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49039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在此输入指标说明 · 占位文本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2194560"/>
            <a:ext cx="5394960" cy="356616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4370832"/>
            <a:ext cx="438912" cy="1024127"/>
          </a:xfrm>
          <a:prstGeom prst="rect">
            <a:avLst/>
          </a:prstGeom>
          <a:solidFill>
            <a:srgbClr val="FF5FA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04304" y="3730752"/>
            <a:ext cx="438912" cy="1664207"/>
          </a:xfrm>
          <a:prstGeom prst="rect">
            <a:avLst/>
          </a:prstGeom>
          <a:solidFill>
            <a:srgbClr val="3EC6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4114800"/>
            <a:ext cx="438912" cy="1280160"/>
          </a:xfrm>
          <a:prstGeom prst="rect">
            <a:avLst/>
          </a:prstGeom>
          <a:solidFill>
            <a:srgbClr val="FF5FA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94192" y="3218688"/>
            <a:ext cx="438912" cy="2176272"/>
          </a:xfrm>
          <a:prstGeom prst="rect">
            <a:avLst/>
          </a:prstGeom>
          <a:solidFill>
            <a:srgbClr val="3EC6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89136" y="3858768"/>
            <a:ext cx="438912" cy="1536192"/>
          </a:xfrm>
          <a:prstGeom prst="rect">
            <a:avLst/>
          </a:prstGeom>
          <a:solidFill>
            <a:srgbClr val="FF5FA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4080" y="2962656"/>
            <a:ext cx="438912" cy="2432303"/>
          </a:xfrm>
          <a:prstGeom prst="rect">
            <a:avLst/>
          </a:prstGeom>
          <a:solidFill>
            <a:srgbClr val="3EC6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79024" y="3602736"/>
            <a:ext cx="438912" cy="1792223"/>
          </a:xfrm>
          <a:prstGeom prst="rect">
            <a:avLst/>
          </a:prstGeom>
          <a:solidFill>
            <a:srgbClr val="FF5FA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5FA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D24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3EC6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7" name="Rectangle 6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