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7CC4FF"/>
              </a:solidFill>
            </c:spPr>
          </c:dPt>
          <c:dPt>
            <c:idx val="1"/>
            <c:spPr>
              <a:solidFill>
                <a:srgbClr val="A78BFA"/>
              </a:solidFill>
            </c:spPr>
          </c:dPt>
          <c:dPt>
            <c:idx val="2"/>
            <c:spPr>
              <a:solidFill>
                <a:srgbClr val="7CC4FF"/>
              </a:solidFill>
            </c:spPr>
          </c:dPt>
          <c:dPt>
            <c:idx val="3"/>
            <c:spPr>
              <a:solidFill>
                <a:srgbClr val="A78BFA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【页面定位】在此输入一句招新口号。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【页面定位】CONVERSION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【页面定位】FAQ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7CC4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招新宣讲与纳新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招新宣讲与纳新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在此输入「社团介绍」的要点一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在此输入「社团介绍」的要点二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在此输入「社团介绍」的要点三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在此输入「社团介绍」的要点四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A · 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B · 部门与岗位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182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报名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入社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在此输入一句招新口号。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转化 / 分配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7CC4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A78BFA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7CC4FF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A78BF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玻璃拟态">
  <a:themeElements>
    <a:clrScheme name="SlideForge 玻璃拟态">
      <a:dk1>
        <a:srgbClr val="F2F6FF"/>
      </a:dk1>
      <a:lt1>
        <a:srgbClr val="101826"/>
      </a:lt1>
      <a:dk2>
        <a:srgbClr val="9FB2D0"/>
      </a:dk2>
      <a:lt2>
        <a:srgbClr val="1B2A44"/>
      </a:lt2>
      <a:accent1>
        <a:srgbClr val="7CC4FF"/>
      </a:accent1>
      <a:accent2>
        <a:srgbClr val="A78BFA"/>
      </a:accent2>
      <a:accent3>
        <a:srgbClr val="A78BFA"/>
      </a:accent3>
      <a:accent4>
        <a:srgbClr val="33456B"/>
      </a:accent4>
      <a:accent5>
        <a:srgbClr val="9FB2D0"/>
      </a:accent5>
      <a:accent6>
        <a:srgbClr val="1B2A44"/>
      </a:accent6>
      <a:hlink>
        <a:srgbClr val="7CC4FF"/>
      </a:hlink>
      <a:folHlink>
        <a:srgbClr val="9FB2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