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【页面定位】SECTION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【页面定位】在此输入一句招新口号。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【页面定位】STEPS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【页面定位】GLOSSARY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F49AC1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招新宣讲与纳新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招新宣讲与纳新 · 在此输入副标题 / 项目名称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报名方式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在此输入「社团介绍」的要点一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在此输入「社团介绍」的要点二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在此输入「社团介绍」的要点三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在此输入「社团介绍」的要点四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A · 社团介绍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8F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B · 部门与岗位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DF7F9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报名方式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9AC1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宣讲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报名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9AC1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面试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入社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F49AC1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在此输入一句招新口号。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报名方式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F49AC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8FD3C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F49AC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8FD3C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F49AC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8FD3C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F49AC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