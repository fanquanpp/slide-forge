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招新宣讲与纳新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招新宣讲与纳新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在此输入「社团介绍」的要点一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在此输入「社团介绍」的要点二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在此输入「社团介绍」的要点三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在此输入「社团介绍」的要点四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部门与岗位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入社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1F49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1F49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1F49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在此输入一句招新口号。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