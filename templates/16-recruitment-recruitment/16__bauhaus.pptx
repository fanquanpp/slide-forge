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E2231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【页面定位】招新宣讲与纳新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【页面定位】在此输入一句招新口号。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1E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