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E2231A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【页面定位】招新宣讲与纳新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【页面定位】在此输入一句招新口号。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【页面定位】CONVERSION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【页面定位】VENN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招新宣讲与纳新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招新宣讲与纳新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在此输入「社团介绍」的要点一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在此输入「社团介绍」的要点二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在此输入「社团介绍」的要点三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在此输入「社团介绍」的要点四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F4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部门与岗位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1E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入社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在此输入一句招新口号。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转化 / 分配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E2231A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1F49C4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E2231A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1F49C4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四象限分析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1F4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VENN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三圆交集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E2231A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主题一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1F49C4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主题二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6B6B6B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主题三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主题一：在此输入一句要点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主题二：在此输入一句要点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主题三：在此输入一句要点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包豪斯三原色">
  <a:themeElements>
    <a:clrScheme name="SlideForge 包豪斯三原色">
      <a:dk1>
        <a:srgbClr val="111111"/>
      </a:dk1>
      <a:lt1>
        <a:srgbClr val="F4F1EA"/>
      </a:lt1>
      <a:dk2>
        <a:srgbClr val="6B6B6B"/>
      </a:dk2>
      <a:lt2>
        <a:srgbClr val="FFFFFF"/>
      </a:lt2>
      <a:accent1>
        <a:srgbClr val="E2231A"/>
      </a:accent1>
      <a:accent2>
        <a:srgbClr val="1F49C4"/>
      </a:accent2>
      <a:accent3>
        <a:srgbClr val="F5C518"/>
      </a:accent3>
      <a:accent4>
        <a:srgbClr val="DCD8CE"/>
      </a:accent4>
      <a:accent5>
        <a:srgbClr val="6B6B6B"/>
      </a:accent5>
      <a:accent6>
        <a:srgbClr val="FFFFFF"/>
      </a:accent6>
      <a:hlink>
        <a:srgbClr val="E2231A"/>
      </a:hlink>
      <a:folHlink>
        <a:srgbClr val="6B6B6B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