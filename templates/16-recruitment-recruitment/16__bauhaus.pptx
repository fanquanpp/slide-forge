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F4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49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1E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F49C4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8C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D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CD8C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5C5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1F49C4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CD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包豪斯三原色  ·  Bauhaus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