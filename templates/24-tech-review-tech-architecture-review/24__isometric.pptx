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【页面定位】技术架构评审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【页面定位】在此输入一条架构原则。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【页面定位】FAQ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【页面定位】ROADMAP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【页面定位】CHECKLIST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技术架构评审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技术架构评审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背景与目标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架构方案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取舍与风险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评审结论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背景与目标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背景与目标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在此输入「背景与目标」的要点一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在此输入「背景与目标」的要点二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在此输入「背景与目标」的要点三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在此输入「背景与目标」的要点四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架构方案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A · 背景与目标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F29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B · 架构方案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2994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2994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2994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5F3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45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4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背景与目标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架构方案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取舍与风险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评审结论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FA97A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提案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评审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FA97A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落地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复盘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1FA97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1FA97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1FA97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1FA97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1FA97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45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取舍与风险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在此输入一条架构原则。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1FA97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1FA97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1FA97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2994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2994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1FA9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1FA9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1FA9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1FA9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