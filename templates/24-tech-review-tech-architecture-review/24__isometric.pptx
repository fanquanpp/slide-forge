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1FA97A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【页面定位】技术架构评审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【页面定位】在此输入一条架构原则。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2994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2994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2994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1FA97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2994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2994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1FA97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1FA97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2994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1FA97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1FA97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1E2A26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1FA97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1FA97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1E2A26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1E2A26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7F8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等距信息图">
  <a:themeElements>
    <a:clrScheme name="SlideForge 等距信息图">
      <a:dk1>
        <a:srgbClr val="1E2A26"/>
      </a:dk1>
      <a:lt1>
        <a:srgbClr val="F2F5F3"/>
      </a:lt1>
      <a:dk2>
        <a:srgbClr val="7F8C87"/>
      </a:dk2>
      <a:lt2>
        <a:srgbClr val="FFFFFF"/>
      </a:lt2>
      <a:accent1>
        <a:srgbClr val="1FA97A"/>
      </a:accent1>
      <a:accent2>
        <a:srgbClr val="F2994A"/>
      </a:accent2>
      <a:accent3>
        <a:srgbClr val="F2994A"/>
      </a:accent3>
      <a:accent4>
        <a:srgbClr val="DDE6E1"/>
      </a:accent4>
      <a:accent5>
        <a:srgbClr val="7F8C87"/>
      </a:accent5>
      <a:accent6>
        <a:srgbClr val="FFFFFF"/>
      </a:accent6>
      <a:hlink>
        <a:srgbClr val="1FA97A"/>
      </a:hlink>
      <a:folHlink>
        <a:srgbClr val="7F8C8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