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技术架构评审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在此输入一条架构原则。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