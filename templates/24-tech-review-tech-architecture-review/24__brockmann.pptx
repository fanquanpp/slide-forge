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技术架构评审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技术架构评审 · 在此输入副标题 / 项目名称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评审结论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在此输入「背景与目标」的要点一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在此输入「背景与目标」的要点二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在此输入「背景与目标」的要点三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在此输入「背景与目标」的要点四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架构方案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架构方案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评审结论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复盘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取舍与风险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在此输入一条架构原则。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