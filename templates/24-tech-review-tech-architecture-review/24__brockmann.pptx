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E2231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【页面定位】技术架构评审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111111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11111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11111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11111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11111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11111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11111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11111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11111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71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数学网格功能主义">
  <a:themeElements>
    <a:clrScheme name="SlideForge 数学网格功能主义">
      <a:dk1>
        <a:srgbClr val="111111"/>
      </a:dk1>
      <a:lt1>
        <a:srgbClr val="FFFFFF"/>
      </a:lt1>
      <a:dk2>
        <a:srgbClr val="6B6B6B"/>
      </a:dk2>
      <a:lt2>
        <a:srgbClr val="F7F7F5"/>
      </a:lt2>
      <a:accent1>
        <a:srgbClr val="E2231A"/>
      </a:accent1>
      <a:accent2>
        <a:srgbClr val="111111"/>
      </a:accent2>
      <a:accent3>
        <a:srgbClr val="111111"/>
      </a:accent3>
      <a:accent4>
        <a:srgbClr val="D8D8D4"/>
      </a:accent4>
      <a:accent5>
        <a:srgbClr val="6B6B6B"/>
      </a:accent5>
      <a:accent6>
        <a:srgbClr val="F7F7F5"/>
      </a:accent6>
      <a:hlink>
        <a:srgbClr val="E2231A"/>
      </a:hlink>
      <a:folHlink>
        <a:srgbClr val="6B6B6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