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示例系列（右键→编辑数据）</c:v>
                </c:pt>
              </c:strCache>
            </c:strRef>
          </c:tx>
          <c:spPr>
            <a:solidFill>
              <a:srgbClr val="E2231A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【页面定位】技术架构评审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【页面定位】在此输入一条架构原则。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技术架构评审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技术架构评审 · 在此输入副标题 / 项目名称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评审结论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在此输入「背景与目标」的要点一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在此输入「背景与目标」的要点二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在此输入「背景与目标」的要点三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在此输入「背景与目标」的要点四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背景与目标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架构方案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评审结论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提案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评审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落地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复盘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在此输入一条架构原则。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