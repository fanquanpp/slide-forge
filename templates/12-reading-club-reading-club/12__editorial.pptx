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B23A2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读书会与共读分享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读书会与共读分享 · 在此输入副标题 / 项目名称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书目简介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核心观点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金句摘录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共读安排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书目简介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书目简介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在此输入「书目简介」的要点一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在此输入「书目简介」的要点二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在此输入「书目简介」的要点三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在此输入「书目简介」的要点四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核心观点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A · 书目简介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B · 核心观点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AF6F0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书目简介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核心观点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金句摘录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共读安排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选书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共读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讨论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B23A2E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金句摘录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在此输入一句读后感。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在此输入关键数字的含义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书目简介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核心观点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金句摘录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共读安排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