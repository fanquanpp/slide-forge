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示例系列（右键→编辑数据）</c:v>
                </c:pt>
              </c:strCache>
            </c:strRef>
          </c:tx>
          <c:spPr>
            <a:solidFill>
              <a:srgbClr val="8C1D18"/>
            </a:solidFill>
          </c:spPr>
          <c:cat>
            <c:strRef>
              <c:f>Sheet1!$A$2:$A$7</c:f>
              <c:strCache>
                <c:ptCount val="6"/>
                <c:pt idx="0">
                  <c:v>指标一</c:v>
                </c:pt>
                <c:pt idx="1">
                  <c:v>指标二</c:v>
                </c:pt>
                <c:pt idx="2">
                  <c:v>指标三</c:v>
                </c:pt>
                <c:pt idx="3">
                  <c:v>指标四</c:v>
                </c:pt>
                <c:pt idx="4">
                  <c:v>指标五</c:v>
                </c:pt>
                <c:pt idx="5">
                  <c:v>指标六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80</c:v>
                </c:pt>
                <c:pt idx="2">
                  <c:v>45</c:v>
                </c:pt>
                <c:pt idx="3">
                  <c:v>95</c:v>
                </c:pt>
                <c:pt idx="4">
                  <c:v>70</c:v>
                </c:pt>
                <c:pt idx="5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【页面定位】读书会与共读分享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【页面定位】在此输入一句读后感。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读书会与共读分享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读书会与共读分享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70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在此输入「书目简介」的要点四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9F4"/>
                </a:solidFill>
                <a:latin typeface="Georgia"/>
                <a:ea typeface="宋体"/>
                <a:cs typeface="宋体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