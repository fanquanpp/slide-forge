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读书会与共读分享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读书会与共读分享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团队 / 姓名  ·  YYYY-MM-DD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书目简介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核心观点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金句摘录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共读安排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61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书目简介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书目简介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70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在此输入「书目简介」的要点一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70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在此输入「书目简介」的要点二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70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在此输入「书目简介」的要点三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70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在此输入「书目简介」的要点四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核心观点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A · 书目简介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4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4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4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B · 核心观点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4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4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4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61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BF9F4"/>
                </a:solidFill>
                <a:latin typeface="Georgia"/>
                <a:ea typeface="宋体"/>
                <a:cs typeface="宋体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书目简介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核心观点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金句摘录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共读安排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8C1D18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选书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共读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8C1D18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讨论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输出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877056"/>
            <a:ext cx="685800" cy="1609344"/>
          </a:xfrm>
          <a:prstGeom prst="rect">
            <a:avLst/>
          </a:prstGeom>
          <a:solidFill>
            <a:srgbClr val="8C1D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3145535"/>
            <a:ext cx="685800" cy="2340864"/>
          </a:xfrm>
          <a:prstGeom prst="rect">
            <a:avLst/>
          </a:prstGeom>
          <a:solidFill>
            <a:srgbClr val="2A2A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4169663"/>
            <a:ext cx="685800" cy="1316736"/>
          </a:xfrm>
          <a:prstGeom prst="rect">
            <a:avLst/>
          </a:prstGeom>
          <a:solidFill>
            <a:srgbClr val="8C1D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706624"/>
            <a:ext cx="685800" cy="2779776"/>
          </a:xfrm>
          <a:prstGeom prst="rect">
            <a:avLst/>
          </a:prstGeom>
          <a:solidFill>
            <a:srgbClr val="2A2A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438144"/>
            <a:ext cx="685800" cy="2048255"/>
          </a:xfrm>
          <a:prstGeom prst="rect">
            <a:avLst/>
          </a:prstGeom>
          <a:solidFill>
            <a:srgbClr val="8C1D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3730752"/>
            <a:ext cx="685800" cy="1755648"/>
          </a:xfrm>
          <a:prstGeom prst="rect">
            <a:avLst/>
          </a:prstGeom>
          <a:solidFill>
            <a:srgbClr val="2A2A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图表占位 · 在 PowerPoint 中插入图表替换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关键结论 / 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2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2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●  </a:t>
            </a:r>
            <a:r>
              <a:rPr sz="125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在此输入要点三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61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金句摘录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在此输入一句读后感。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书目简介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核心观点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金句摘录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共读安排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术语表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DDD6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8C1D18"/>
                </a:solidFill>
                <a:latin typeface="Georgia"/>
                <a:ea typeface="宋体"/>
                <a:cs typeface="宋体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8C1D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2A2A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8C1D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2A2A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8C1D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2A2A2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8C1D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6130E"/>
                </a:solidFill>
                <a:latin typeface="Georgia"/>
                <a:ea typeface="宋体"/>
                <a:cs typeface="宋体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E675B"/>
                </a:solidFill>
                <a:latin typeface="Georgia"/>
                <a:ea typeface="宋体"/>
                <a:cs typeface="宋体"/>
              </a:rPr>
              <a:t>报纸排版  ·  Newspaper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