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读书会与共读分享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读书会与共读分享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