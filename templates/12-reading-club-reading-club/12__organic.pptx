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示例系列（右键→编辑数据）</c:v>
                </c:pt>
              </c:strCache>
            </c:strRef>
          </c:tx>
          <c:spPr>
            <a:solidFill>
              <a:srgbClr val="6B8E5A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【页面定位】读书会与共读分享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【页面定位】在此输入一句读后感。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读书会与共读分享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读书会与共读分享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在此输入「书目简介」的要点一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在此输入「书目简介」的要点二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在此输入「书目简介」的要点三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在此输入「书目简介」的要点四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A · 书目简介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B · 核心观点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3EFE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共读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在此输入一句读后感。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2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