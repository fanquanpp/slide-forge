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6B8E5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C98A5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读书会与共读分享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读书会与共读分享 · 在此输入副标题 / 项目名称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书目简介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核心观点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金句摘录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共读安排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6B8E5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C98A5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33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书目简介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书目简介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在此输入「书目简介」的要点一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在此输入「书目简介」的要点二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在此输入「书目简介」的要点三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在此输入「书目简介」的要点四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核心观点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A · 书目简介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C98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B · 核心观点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8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8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8A5E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33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3EFE6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书目简介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核心观点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金句摘录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共读安排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6B8E5A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共读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6B8E5A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输出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3877056"/>
            <a:ext cx="685800" cy="1609344"/>
          </a:xfrm>
          <a:prstGeom prst="rect">
            <a:avLst/>
          </a:prstGeom>
          <a:solidFill>
            <a:srgbClr val="6B8E5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14600" y="3145535"/>
            <a:ext cx="685800" cy="2340864"/>
          </a:xfrm>
          <a:prstGeom prst="rect">
            <a:avLst/>
          </a:prstGeom>
          <a:solidFill>
            <a:srgbClr val="C98A5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4169663"/>
            <a:ext cx="685800" cy="1316736"/>
          </a:xfrm>
          <a:prstGeom prst="rect">
            <a:avLst/>
          </a:prstGeom>
          <a:solidFill>
            <a:srgbClr val="6B8E5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2706624"/>
            <a:ext cx="685800" cy="2779776"/>
          </a:xfrm>
          <a:prstGeom prst="rect">
            <a:avLst/>
          </a:prstGeom>
          <a:solidFill>
            <a:srgbClr val="C98A5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3438144"/>
            <a:ext cx="685800" cy="2048255"/>
          </a:xfrm>
          <a:prstGeom prst="rect">
            <a:avLst/>
          </a:prstGeom>
          <a:solidFill>
            <a:srgbClr val="6B8E5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86600" y="3730752"/>
            <a:ext cx="685800" cy="1755648"/>
          </a:xfrm>
          <a:prstGeom prst="rect">
            <a:avLst/>
          </a:prstGeom>
          <a:solidFill>
            <a:srgbClr val="C98A5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6B8E5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C98A5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33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金句摘录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6B8E5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C98A5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在此输入一句读后感。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6B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6B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6B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6B8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方案对比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22000"/>
            </a:avLst>
          </a:prstGeom>
          <a:solidFill>
            <a:srgbClr val="6B8E5A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3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6B8E5A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对比矩阵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333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E3DCC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6B8E5A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2011680"/>
            <a:ext cx="2377440" cy="2377440"/>
          </a:xfrm>
          <a:prstGeom prst="ellipse">
            <a:avLst/>
          </a:prstGeom>
          <a:solidFill>
            <a:srgbClr val="C98A5E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33352E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3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A78"/>
                </a:solidFill>
                <a:latin typeface="Segoe UI"/>
                <a:ea typeface="微软雅黑"/>
                <a:cs typeface="微软雅黑"/>
              </a:rPr>
              <a:t>自然有机  ·  Organic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