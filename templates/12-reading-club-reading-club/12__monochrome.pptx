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读书会与共读分享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读书会与共读分享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在此输入「书目简介」的要点一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在此输入「书目简介」的要点二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在此输入「书目简介」的要点三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在此输入「书目简介」的要点四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书目简介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核心观点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共读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0A0A0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在此输入一句读后感。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0A0A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3D3D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0A0A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3D3D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0A0A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3D3D3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0A0A0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