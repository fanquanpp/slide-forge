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0A0A0A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读书会与共读分享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读书会与共读分享 · 在此输入副标题 / 项目名称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在此输入「书目简介」的要点一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在此输入「书目简介」的要点二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在此输入「书目简介」的要点三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在此输入「书目简介」的要点四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A · 书目简介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B · 核心观点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共读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0A0A0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在此输入一句读后感。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