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【页面定位】SECTION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【页面定位】在此输入一句读后感。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【页面定位】STEPS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【页面定位】GLOSSARY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【页面定位】HIGHLIGHT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0A0A0A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SECTION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22860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3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读书会与共读分享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420624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读书会与共读分享 · 在此输入副标题 / 项目名称</a:t>
            </a:r>
          </a:p>
        </p:txBody>
      </p:sp>
    </p:spTree>
  </p:cSld>
  <p:clrMapOvr>
    <a:masterClrMapping/>
  </p:clrMapOvr>
  <p:transition spd="med" advClick="1" advTm="8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书目简介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核心观点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金句摘录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共读安排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书目简介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书目简介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031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在此输入「书目简介」的要点一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60904"/>
            <a:ext cx="941832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4378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889503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在此输入「书目简介」的要点二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3447288"/>
            <a:ext cx="941832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63016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675887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在此输入「书目简介」的要点三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20240" y="4233672"/>
            <a:ext cx="941832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4165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6227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在此输入「书目简介」的要点四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20240" y="5020056"/>
            <a:ext cx="941832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核心观点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A · 书目简介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3D3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B · 核心观点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D3D3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D3D3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D3D3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45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45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书目简介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核心观点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金句摘录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共读安排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81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0A0A0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共读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0A0A0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讨论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输出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91840" y="2743200"/>
            <a:ext cx="2560320" cy="2560320"/>
          </a:xfrm>
          <a:prstGeom prst="ellipse">
            <a:avLst/>
          </a:prstGeom>
          <a:solidFill>
            <a:srgbClr val="0A0A0A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14800" y="3566160"/>
            <a:ext cx="914400" cy="914400"/>
          </a:xfrm>
          <a:prstGeom prst="ellipse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3566160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金句摘录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在此输入一句读后感。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分步说明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371600" y="2286000"/>
            <a:ext cx="0" cy="2331720"/>
          </a:xfrm>
          <a:prstGeom prst="line">
            <a:avLst/>
          </a:prstGeom>
          <a:ln w="203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97864" y="2212848"/>
            <a:ext cx="347472" cy="347472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97864" y="221284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1488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书目简介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48716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1" name="Oval 10"/>
          <p:cNvSpPr/>
          <p:nvPr/>
        </p:nvSpPr>
        <p:spPr>
          <a:xfrm>
            <a:off x="1197864" y="2990088"/>
            <a:ext cx="347472" cy="347472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97864" y="299008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926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核心观点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26440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5" name="Oval 14"/>
          <p:cNvSpPr/>
          <p:nvPr/>
        </p:nvSpPr>
        <p:spPr>
          <a:xfrm>
            <a:off x="1197864" y="3767327"/>
            <a:ext cx="347472" cy="347472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97864" y="376732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7033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金句摘录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04164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9" name="Oval 18"/>
          <p:cNvSpPr/>
          <p:nvPr/>
        </p:nvSpPr>
        <p:spPr>
          <a:xfrm>
            <a:off x="1197864" y="4544567"/>
            <a:ext cx="347472" cy="347472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97864" y="454456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80559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共读安排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81888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GLOSSARY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术语表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术语一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2103120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2633472"/>
            <a:ext cx="1051560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761487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术语二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761487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3291839"/>
            <a:ext cx="1051560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419856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术语三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419856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22960" y="3950207"/>
            <a:ext cx="1051560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078224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术语四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4078224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4608576"/>
            <a:ext cx="1051560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HIGHLIGHT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关键指标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72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49039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在此输入指标说明 · 占位文本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2194560"/>
            <a:ext cx="5394960" cy="356616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4370832"/>
            <a:ext cx="438912" cy="1024127"/>
          </a:xfrm>
          <a:prstGeom prst="rect">
            <a:avLst/>
          </a:prstGeom>
          <a:solidFill>
            <a:srgbClr val="0A0A0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04304" y="3730752"/>
            <a:ext cx="438912" cy="1664207"/>
          </a:xfrm>
          <a:prstGeom prst="rect">
            <a:avLst/>
          </a:prstGeom>
          <a:solidFill>
            <a:srgbClr val="3D3D3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99248" y="4114800"/>
            <a:ext cx="438912" cy="1280160"/>
          </a:xfrm>
          <a:prstGeom prst="rect">
            <a:avLst/>
          </a:prstGeom>
          <a:solidFill>
            <a:srgbClr val="0A0A0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94192" y="3218688"/>
            <a:ext cx="438912" cy="2176272"/>
          </a:xfrm>
          <a:prstGeom prst="rect">
            <a:avLst/>
          </a:prstGeom>
          <a:solidFill>
            <a:srgbClr val="3D3D3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089136" y="3858768"/>
            <a:ext cx="438912" cy="1536192"/>
          </a:xfrm>
          <a:prstGeom prst="rect">
            <a:avLst/>
          </a:prstGeom>
          <a:solidFill>
            <a:srgbClr val="0A0A0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84080" y="2962656"/>
            <a:ext cx="438912" cy="2432303"/>
          </a:xfrm>
          <a:prstGeom prst="rect">
            <a:avLst/>
          </a:prstGeom>
          <a:solidFill>
            <a:srgbClr val="3D3D3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479024" y="3602736"/>
            <a:ext cx="438912" cy="1792223"/>
          </a:xfrm>
          <a:prstGeom prst="rect">
            <a:avLst/>
          </a:prstGeom>
          <a:solidFill>
            <a:srgbClr val="0A0A0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