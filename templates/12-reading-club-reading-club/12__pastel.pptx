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49AC1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【页面定位】读书会与共读分享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F49AC1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8FD3C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B94A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B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马卡龙柔彩">
  <a:themeElements>
    <a:clrScheme name="SlideForge 马卡龙柔彩">
      <a:dk1>
        <a:srgbClr val="3A3A44"/>
      </a:dk1>
      <a:lt1>
        <a:srgbClr val="FDF7F9"/>
      </a:lt1>
      <a:dk2>
        <a:srgbClr val="9B94A8"/>
      </a:dk2>
      <a:lt2>
        <a:srgbClr val="FFFFFF"/>
      </a:lt2>
      <a:accent1>
        <a:srgbClr val="F49AC1"/>
      </a:accent1>
      <a:accent2>
        <a:srgbClr val="8FD3C7"/>
      </a:accent2>
      <a:accent3>
        <a:srgbClr val="8FD3C7"/>
      </a:accent3>
      <a:accent4>
        <a:srgbClr val="F0E3EA"/>
      </a:accent4>
      <a:accent5>
        <a:srgbClr val="9B94A8"/>
      </a:accent5>
      <a:accent6>
        <a:srgbClr val="FFFFFF"/>
      </a:accent6>
      <a:hlink>
        <a:srgbClr val="F49AC1"/>
      </a:hlink>
      <a:folHlink>
        <a:srgbClr val="9B94A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