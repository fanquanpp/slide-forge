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【页面定位】读书会与共读分享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【页面定位】在此输入一句读后感。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读书会与共读分享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读书会与共读分享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核心观点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金句摘录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共读安排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在此输入「书目简介」的要点一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在此输入「书目简介」的要点二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在此输入「书目简介」的要点三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在此输入「书目简介」的要点四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核心观点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A · 书目简介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8F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B · 核心观点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DF7F9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核心观点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金句摘录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共读安排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9AC1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共读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9AC1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输出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F49AC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F49AC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F49AC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F49AC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F49AC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金句摘录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在此输入一句读后感。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F49A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F49A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F49A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F49A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