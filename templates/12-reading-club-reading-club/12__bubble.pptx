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F5FA2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读书会与共读分享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读书会与共读分享 · 在此输入副标题 / 项目名称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在此输入「书目简介」的要点一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在此输入「书目简介」的要点二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在此输入「书目简介」的要点三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在此输入「书目简介」的要点四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EC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DF8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F5FA2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在此输入一句读后感。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