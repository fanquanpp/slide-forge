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22D3EE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游戏设计提案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游戏设计提案 · 在此输入副标题 / 项目名称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开发计划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在此输入「游戏概述」的要点一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在此输入「游戏概述」的要点二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在此输入「游戏概述」的要点三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在此输入「游戏概述」的要点四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A · 游戏概述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B · 核心玩法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B0F1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开发计划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玩法验证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资源制作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系统整合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测试调优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22D3EE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在此输入一句设计信条 / 立项理由。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