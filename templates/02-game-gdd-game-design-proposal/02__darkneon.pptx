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22D3EE"/>
              </a:solidFill>
            </c:spPr>
          </c:dPt>
          <c:dPt>
            <c:idx val="1"/>
            <c:spPr>
              <a:solidFill>
                <a:srgbClr val="F472B6"/>
              </a:solidFill>
            </c:spPr>
          </c:dPt>
          <c:dPt>
            <c:idx val="2"/>
            <c:spPr>
              <a:solidFill>
                <a:srgbClr val="22D3EE"/>
              </a:solidFill>
            </c:spPr>
          </c:dPt>
          <c:dPt>
            <c:idx val="3"/>
            <c:spPr>
              <a:solidFill>
                <a:srgbClr val="F472B6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【页面定位】在此输入一句设计信条 / 立项理由。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22D3E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F472B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94A3C4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switch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94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暗黑霓虹">
  <a:themeElements>
    <a:clrScheme name="SlideForge 暗黑霓虹">
      <a:dk1>
        <a:srgbClr val="EAF2FF"/>
      </a:dk1>
      <a:lt1>
        <a:srgbClr val="0B0F1A"/>
      </a:lt1>
      <a:dk2>
        <a:srgbClr val="94A3C4"/>
      </a:dk2>
      <a:lt2>
        <a:srgbClr val="151B2B"/>
      </a:lt2>
      <a:accent1>
        <a:srgbClr val="22D3EE"/>
      </a:accent1>
      <a:accent2>
        <a:srgbClr val="F472B6"/>
      </a:accent2>
      <a:accent3>
        <a:srgbClr val="F472B6"/>
      </a:accent3>
      <a:accent4>
        <a:srgbClr val="26314B"/>
      </a:accent4>
      <a:accent5>
        <a:srgbClr val="94A3C4"/>
      </a:accent5>
      <a:accent6>
        <a:srgbClr val="151B2B"/>
      </a:accent6>
      <a:hlink>
        <a:srgbClr val="22D3EE"/>
      </a:hlink>
      <a:folHlink>
        <a:srgbClr val="94A3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