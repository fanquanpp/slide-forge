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22D3EE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F472B6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874519"/>
            <a:ext cx="822960" cy="9144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9692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4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游戏设计提案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794760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玩法原型提案 · 在此输入项目代号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团队 / 组名  ·  YYYY-MM-DD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游戏概述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核心玩法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美术与世界观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开发计划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22D3EE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F472B6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游戏概述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游戏概述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在此输入设计目标一（体验 / 情感）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在此输入设计目标二（机制 / 循环）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在此输入设计目标三（差异点）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在此输入设计目标四（约束 / 风险）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参考作品 A / 参考作品 B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A · 参考作品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借鉴点一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借鉴点二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借鉴点三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F47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B · 参考作品 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472B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借鉴点一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472B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借鉴点二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472B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借鉴点三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B0F1A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70048"/>
            <a:ext cx="1790623" cy="16322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核心循环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668012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玩法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89804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70048"/>
            <a:ext cx="1790623" cy="16322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目标时长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668012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单局 / 单章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89804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70048"/>
            <a:ext cx="1790623" cy="16322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美术风格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668012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视觉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89804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70048"/>
            <a:ext cx="1790623" cy="16322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目标平台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668012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发布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89804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ART &amp; WORLD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概念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原型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垂直切片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发布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ART &amp; WORLD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22D3EE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3246120"/>
            <a:ext cx="200779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玩法验证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45153" y="3246120"/>
            <a:ext cx="200779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5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资源制作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22D3EE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38747" y="3246120"/>
            <a:ext cx="200779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系统整合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32341" y="3246120"/>
            <a:ext cx="200779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5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测试调优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ART &amp; WORLD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3877056"/>
            <a:ext cx="685800" cy="1609344"/>
          </a:xfrm>
          <a:prstGeom prst="rect">
            <a:avLst/>
          </a:prstGeom>
          <a:solidFill>
            <a:srgbClr val="22D3E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14600" y="3145535"/>
            <a:ext cx="685800" cy="2340864"/>
          </a:xfrm>
          <a:prstGeom prst="rect">
            <a:avLst/>
          </a:prstGeom>
          <a:solidFill>
            <a:srgbClr val="F472B6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0" y="4169663"/>
            <a:ext cx="685800" cy="1316736"/>
          </a:xfrm>
          <a:prstGeom prst="rect">
            <a:avLst/>
          </a:prstGeom>
          <a:solidFill>
            <a:srgbClr val="22D3E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00600" y="2706624"/>
            <a:ext cx="685800" cy="2779776"/>
          </a:xfrm>
          <a:prstGeom prst="rect">
            <a:avLst/>
          </a:prstGeom>
          <a:solidFill>
            <a:srgbClr val="F472B6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0" y="3438144"/>
            <a:ext cx="685800" cy="2048255"/>
          </a:xfrm>
          <a:prstGeom prst="rect">
            <a:avLst/>
          </a:prstGeom>
          <a:solidFill>
            <a:srgbClr val="22D3E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86600" y="3730752"/>
            <a:ext cx="685800" cy="1755648"/>
          </a:xfrm>
          <a:prstGeom prst="rect">
            <a:avLst/>
          </a:prstGeom>
          <a:solidFill>
            <a:srgbClr val="F472B6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56235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模块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状态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负责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15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战斗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在此填状态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在此填负责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关卡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在此填状态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在此填负责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15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UI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在此填状态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在此填负责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CORE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151B2B"/>
          </a:solidFill>
          <a:ln w="12700">
            <a:solidFill>
              <a:srgbClr val="2631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151B2B"/>
          </a:solidFill>
          <a:ln w="12700">
            <a:solidFill>
              <a:srgbClr val="2631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151B2B"/>
          </a:solidFill>
          <a:ln w="12700">
            <a:solidFill>
              <a:srgbClr val="2631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151B2B"/>
          </a:solidFill>
          <a:ln w="12700">
            <a:solidFill>
              <a:srgbClr val="2631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151B2B"/>
          </a:solidFill>
          <a:ln w="12700">
            <a:solidFill>
              <a:srgbClr val="2631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151B2B"/>
          </a:solidFill>
          <a:ln w="12700">
            <a:solidFill>
              <a:srgbClr val="2631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22D3EE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F472B6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美术与世界观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22D3EE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F472B6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在此输入一句设计信条 / 立项理由。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— 制作人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策划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程序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美术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22D3EE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F472B6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