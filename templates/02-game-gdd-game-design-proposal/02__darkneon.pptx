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463040"/>
            <a:ext cx="5669280" cy="566928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206240"/>
            <a:ext cx="4937760" cy="4937760"/>
          </a:xfrm>
          <a:prstGeom prst="ellipse">
            <a:avLst/>
          </a:prstGeom>
          <a:solidFill>
            <a:srgbClr val="F472B6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22D3EE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3657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SECTION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286000"/>
            <a:ext cx="6035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36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游戏设计提案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4206240"/>
            <a:ext cx="5852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游戏设计提案 · 在此输入副标题 / 项目名称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2430703" cy="2194560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游戏概述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7983" y="2377440"/>
            <a:ext cx="2430703" cy="2194560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8023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8023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核心玩法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2377440"/>
            <a:ext cx="2430703" cy="2194560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美术与世界观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8031" y="2377440"/>
            <a:ext cx="2430703" cy="2194560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8071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8071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开发计划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463040"/>
            <a:ext cx="5669280" cy="566928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206240"/>
            <a:ext cx="4937760" cy="4937760"/>
          </a:xfrm>
          <a:prstGeom prst="ellipse">
            <a:avLst/>
          </a:prstGeom>
          <a:solidFill>
            <a:srgbClr val="F472B6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游戏概述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游戏概述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1031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在此输入「游戏概述」的要点一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20240" y="2660904"/>
            <a:ext cx="9418320" cy="0"/>
          </a:xfrm>
          <a:prstGeom prst="line">
            <a:avLst/>
          </a:prstGeom>
          <a:ln w="7620">
            <a:solidFill>
              <a:srgbClr val="2631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284378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889503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在此输入「游戏概述」的要点二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20240" y="3447288"/>
            <a:ext cx="9418320" cy="0"/>
          </a:xfrm>
          <a:prstGeom prst="line">
            <a:avLst/>
          </a:prstGeom>
          <a:ln w="7620">
            <a:solidFill>
              <a:srgbClr val="2631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63016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675887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在此输入「游戏概述」的要点三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920240" y="4233672"/>
            <a:ext cx="9418320" cy="0"/>
          </a:xfrm>
          <a:prstGeom prst="line">
            <a:avLst/>
          </a:prstGeom>
          <a:ln w="7620">
            <a:solidFill>
              <a:srgbClr val="2631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4416552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4462272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在此输入「游戏概述」的要点四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920240" y="5020056"/>
            <a:ext cx="9418320" cy="0"/>
          </a:xfrm>
          <a:prstGeom prst="line">
            <a:avLst/>
          </a:prstGeom>
          <a:ln w="7620">
            <a:solidFill>
              <a:srgbClr val="2631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核心玩法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A · 游戏概述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B · 核心玩法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472B6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472B6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472B6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Oval 13"/>
          <p:cNvSpPr/>
          <p:nvPr/>
        </p:nvSpPr>
        <p:spPr>
          <a:xfrm>
            <a:off x="5711799" y="3703320"/>
            <a:ext cx="768096" cy="768096"/>
          </a:xfrm>
          <a:prstGeom prst="ellipse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1799" y="3703320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B0F1A"/>
                </a:solidFill>
                <a:latin typeface="Segoe UI"/>
                <a:ea typeface="微软雅黑"/>
                <a:cs typeface="微软雅黑"/>
              </a:rPr>
              <a:t>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2631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游戏概述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核心玩法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美术与世界观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开发计划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22D3EE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玩法验证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6553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资源制作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22D3EE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系统整合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3741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测试调优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91840" y="2743200"/>
            <a:ext cx="2560320" cy="2560320"/>
          </a:xfrm>
          <a:prstGeom prst="ellipse">
            <a:avLst/>
          </a:prstGeom>
          <a:solidFill>
            <a:srgbClr val="22D3EE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114800" y="3566160"/>
            <a:ext cx="914400" cy="914400"/>
          </a:xfrm>
          <a:prstGeom prst="ellipse">
            <a:avLst/>
          </a:prstGeom>
          <a:solidFill>
            <a:srgbClr val="15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356616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图表占位 · 在 PowerPoint 中插入图表替换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关键结论 / 解读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15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2631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2631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15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2631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151B2B"/>
          </a:solidFill>
          <a:ln w="12700">
            <a:solidFill>
              <a:srgbClr val="26314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151B2B"/>
          </a:solidFill>
          <a:ln w="12700">
            <a:solidFill>
              <a:srgbClr val="26314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151B2B"/>
          </a:solidFill>
          <a:ln w="12700">
            <a:solidFill>
              <a:srgbClr val="26314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151B2B"/>
          </a:solidFill>
          <a:ln w="12700">
            <a:solidFill>
              <a:srgbClr val="26314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151B2B"/>
          </a:solidFill>
          <a:ln w="12700">
            <a:solidFill>
              <a:srgbClr val="26314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151B2B"/>
          </a:solidFill>
          <a:ln w="12700">
            <a:solidFill>
              <a:srgbClr val="26314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463040"/>
            <a:ext cx="5669280" cy="566928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206240"/>
            <a:ext cx="4937760" cy="4937760"/>
          </a:xfrm>
          <a:prstGeom prst="ellipse">
            <a:avLst/>
          </a:prstGeom>
          <a:solidFill>
            <a:srgbClr val="F472B6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美术与世界观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463040"/>
            <a:ext cx="5669280" cy="566928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206240"/>
            <a:ext cx="4937760" cy="4937760"/>
          </a:xfrm>
          <a:prstGeom prst="ellipse">
            <a:avLst/>
          </a:prstGeom>
          <a:solidFill>
            <a:srgbClr val="F472B6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在此输入一句设计信条 / 立项理由。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常见问题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424160" cy="841248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0704" y="2322576"/>
            <a:ext cx="402336" cy="40233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232257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24942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在此输入问题一？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596896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063239"/>
            <a:ext cx="10424160" cy="841248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0704" y="3282696"/>
            <a:ext cx="402336" cy="40233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328269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20954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在此输入问题二？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557015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023360"/>
            <a:ext cx="10424160" cy="841248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60704" y="4242816"/>
            <a:ext cx="402336" cy="40233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" y="424281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16966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在此输入问题三？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517136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多线路线图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68296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线一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86000" y="2971800"/>
            <a:ext cx="9052560" cy="0"/>
          </a:xfrm>
          <a:prstGeom prst="line">
            <a:avLst/>
          </a:prstGeom>
          <a:ln w="12700">
            <a:solidFill>
              <a:srgbClr val="2631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37744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22D3EE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8716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22D3EE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22D3EE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7628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14216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线二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286000" y="4617720"/>
            <a:ext cx="9052560" cy="0"/>
          </a:xfrm>
          <a:prstGeom prst="line">
            <a:avLst/>
          </a:prstGeom>
          <a:ln w="12700">
            <a:solidFill>
              <a:srgbClr val="2631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377440" y="390448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F472B6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87168" y="394106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390448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F472B6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81728" y="394106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清单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148839"/>
            <a:ext cx="310896" cy="310896"/>
          </a:xfrm>
          <a:prstGeom prst="rect">
            <a:avLst/>
          </a:prstGeom>
          <a:noFill/>
          <a:ln w="1778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30551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10312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在此输入待办项一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554480" y="2615184"/>
            <a:ext cx="9784080" cy="0"/>
          </a:xfrm>
          <a:prstGeom prst="line">
            <a:avLst/>
          </a:prstGeom>
          <a:ln w="7620">
            <a:solidFill>
              <a:srgbClr val="2631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68680" y="2807207"/>
            <a:ext cx="310896" cy="310896"/>
          </a:xfrm>
          <a:prstGeom prst="rect">
            <a:avLst/>
          </a:prstGeom>
          <a:noFill/>
          <a:ln w="1778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788919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761487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在此输入待办项二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54480" y="3273551"/>
            <a:ext cx="9784080" cy="0"/>
          </a:xfrm>
          <a:prstGeom prst="line">
            <a:avLst/>
          </a:prstGeom>
          <a:ln w="7620">
            <a:solidFill>
              <a:srgbClr val="2631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68680" y="3465575"/>
            <a:ext cx="310896" cy="310896"/>
          </a:xfrm>
          <a:prstGeom prst="rect">
            <a:avLst/>
          </a:prstGeom>
          <a:noFill/>
          <a:ln w="1778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447287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419856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在此输入待办项三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554480" y="3931920"/>
            <a:ext cx="9784080" cy="0"/>
          </a:xfrm>
          <a:prstGeom prst="line">
            <a:avLst/>
          </a:prstGeom>
          <a:ln w="7620">
            <a:solidFill>
              <a:srgbClr val="2631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68680" y="4123944"/>
            <a:ext cx="310896" cy="310896"/>
          </a:xfrm>
          <a:prstGeom prst="rect">
            <a:avLst/>
          </a:prstGeom>
          <a:noFill/>
          <a:ln w="1778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105656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078224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在此输入待办项四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554480" y="4590288"/>
            <a:ext cx="9784080" cy="0"/>
          </a:xfrm>
          <a:prstGeom prst="line">
            <a:avLst/>
          </a:prstGeom>
          <a:ln w="7620">
            <a:solidFill>
              <a:srgbClr val="2631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463040"/>
            <a:ext cx="5669280" cy="566928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206240"/>
            <a:ext cx="4937760" cy="4937760"/>
          </a:xfrm>
          <a:prstGeom prst="ellipse">
            <a:avLst/>
          </a:prstGeom>
          <a:solidFill>
            <a:srgbClr val="F472B6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谢谢观看</a:t>
            </a:r>
          </a:p>
        </p:txBody>
      </p:sp>
      <p:sp>
        <p:nvSpPr>
          <p:cNvPr id="6" name="Rectangle 5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