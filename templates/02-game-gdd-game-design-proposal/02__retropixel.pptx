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游戏设计提案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核心玩法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美术与世界观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开发计划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美术与世界观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在此输入一句设计信条 / 立项理由。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