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8208" y="640080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92256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8208" y="1024127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92256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游戏设计提案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玩法原型提案 · 在此输入项目代号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团队 / 组名  ·  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游戏概述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核心玩法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美术与世界观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开发计划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8208" y="640080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92256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8208" y="1024127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92256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游戏概述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游戏概述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在此输入设计目标一（体验 / 情感）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在此输入设计目标二（机制 / 循环）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在此输入设计目标三（差异点）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在此输入设计目标四（约束 / 风险）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参考作品 A / 参考作品 B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A · 参考作品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借鉴点一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借鉴点二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借鉴点三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B · 参考作品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9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借鉴点一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9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借鉴点二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9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借鉴点三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1B2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核心循环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玩法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目标时长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单局 / 单章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美术风格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视觉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目标平台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发布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ART &amp;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原型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垂直切片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发布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ART &amp;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FF6B6B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玩法验证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6A6C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5153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资源制作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6A6C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FF6B6B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8747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系统整合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6A6C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2341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测试调优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ART &amp;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FFD9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FFD9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FFD9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负责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26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战斗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在此填状态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在此填负责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关卡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在此填状态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在此填负责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26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在此填状态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在此填负责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CORE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262647"/>
          </a:solidFill>
          <a:ln w="12700">
            <a:solidFill>
              <a:srgbClr val="3B3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262647"/>
          </a:solidFill>
          <a:ln w="12700">
            <a:solidFill>
              <a:srgbClr val="3B3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262647"/>
          </a:solidFill>
          <a:ln w="12700">
            <a:solidFill>
              <a:srgbClr val="3B3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262647"/>
          </a:solidFill>
          <a:ln w="12700">
            <a:solidFill>
              <a:srgbClr val="3B3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262647"/>
          </a:solidFill>
          <a:ln w="12700">
            <a:solidFill>
              <a:srgbClr val="3B3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262647"/>
          </a:solidFill>
          <a:ln w="12700">
            <a:solidFill>
              <a:srgbClr val="3B3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8208" y="640080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92256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8208" y="1024127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92256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美术与世界观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8208" y="640080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92256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8208" y="1024127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92256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在此输入一句设计信条 / 立项理由。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— 制作人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策划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程序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美术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8208" y="640080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92256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8208" y="1024127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92256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谢谢观看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