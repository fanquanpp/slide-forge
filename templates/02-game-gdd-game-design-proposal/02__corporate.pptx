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玩法原型提案 · 在此输入项目代号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组名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在此输入设计目标一（体验 / 情感）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在此输入设计目标二（机制 / 循环）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在此输入设计目标三（差异点）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在此输入设计目标四（约束 / 风险）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参考作品 A / 参考作品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参考作品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借鉴点一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借鉴点二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借鉴点三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参考作品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借鉴点一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借鉴点二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借鉴点三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核心循环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玩法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目标时长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单局 / 单章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美术风格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目标平台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ART &amp;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原型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垂直切片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ART &amp;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ART &amp;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模块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负责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战斗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在此填状态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在此填状态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在此填负责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CORE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制作人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策划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程序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美术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