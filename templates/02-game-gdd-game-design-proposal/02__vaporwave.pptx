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FF5FD2"/>
              </a:solidFill>
            </c:spPr>
          </c:dPt>
          <c:dPt>
            <c:idx val="1"/>
            <c:spPr>
              <a:solidFill>
                <a:srgbClr val="37E6D0"/>
              </a:solidFill>
            </c:spPr>
          </c:dPt>
          <c:dPt>
            <c:idx val="2"/>
            <c:spPr>
              <a:solidFill>
                <a:srgbClr val="FF5FD2"/>
              </a:solidFill>
            </c:spPr>
          </c:dPt>
          <c:dPt>
            <c:idx val="3"/>
            <c:spPr>
              <a:solidFill>
                <a:srgbClr val="37E6D0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【页面定位】在此输入一句设计信条 / 立项理由。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【页面定位】INTERSECTION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【页面定位】DASHBOARD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F5FD2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游戏设计提案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游戏设计提案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在此输入「游戏概述」的要点一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在此输入「游戏概述」的要点二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在此输入「游戏概述」的要点三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在此输入「游戏概述」的要点四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A · 游戏概述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7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B · 核心玩法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03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57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玩法验证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资源制作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系统整合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测试调优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在此输入一句设计信条 / 立项理由。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三要素交集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FF5FD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要素一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37E6D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要素二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B49CE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要素三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要素一：在此输入一句要点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要素二：在此输入一句要点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要素三：在此输入一句要点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指标看板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37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37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FF5FD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37E6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187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37E6D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37E6D0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37E6D0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FF5FD2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37E6D0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37E6D0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FF5FD2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FF5FD2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37E6D0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FF5FD2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FF5FD2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F6E9FF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FF5FD2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FF5FD2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F6E9FF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F6E9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litter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81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57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69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81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蒸汽波">
  <a:themeElements>
    <a:clrScheme name="SlideForge 蒸汽波">
      <a:dk1>
        <a:srgbClr val="F6E9FF"/>
      </a:dk1>
      <a:lt1>
        <a:srgbClr val="1A1036"/>
      </a:lt1>
      <a:dk2>
        <a:srgbClr val="B49CE0"/>
      </a:dk2>
      <a:lt2>
        <a:srgbClr val="241548"/>
      </a:lt2>
      <a:accent1>
        <a:srgbClr val="FF5FD2"/>
      </a:accent1>
      <a:accent2>
        <a:srgbClr val="37E6D0"/>
      </a:accent2>
      <a:accent3>
        <a:srgbClr val="37E6D0"/>
      </a:accent3>
      <a:accent4>
        <a:srgbClr val="3A2A66"/>
      </a:accent4>
      <a:accent5>
        <a:srgbClr val="B49CE0"/>
      </a:accent5>
      <a:accent6>
        <a:srgbClr val="241548"/>
      </a:accent6>
      <a:hlink>
        <a:srgbClr val="FF5FD2"/>
      </a:hlink>
      <a:folHlink>
        <a:srgbClr val="B49CE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