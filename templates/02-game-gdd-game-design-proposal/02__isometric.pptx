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游戏设计提案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游戏设计提案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在此输入「游戏概述」的要点一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在此输入「游戏概述」的要点二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在此输入「游戏概述」的要点三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在此输入「游戏概述」的要点四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A · 游戏概述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F29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B · 核心玩法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F2994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5F3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游戏概述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核心玩法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开发计划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玩法验证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资源制作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系统整合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测试调优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1FA97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F2994A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2" presetClass="entr" presetSubtype="1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美术与世界观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在此输入一句设计信条 / 立项理由。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清单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39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30551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554480" y="2615184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8680" y="2807207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19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761487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在此输入待办项二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54480" y="3273551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868680" y="3465575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447287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41985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554480" y="3931920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68680" y="4123944"/>
            <a:ext cx="310896" cy="310896"/>
          </a:xfrm>
          <a:prstGeom prst="rect">
            <a:avLst/>
          </a:prstGeom>
          <a:noFill/>
          <a:ln w="17780">
            <a:solidFill>
              <a:srgbClr val="1FA9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05656"/>
            <a:ext cx="310896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7822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在此输入待办项四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554480" y="4590288"/>
            <a:ext cx="9784080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22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9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42" presetClass="entr" presetSubtype="1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3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1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5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10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9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4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31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1FA97A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7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9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5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7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9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1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1FA97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E2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DE6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95360" y="-1463040"/>
            <a:ext cx="5486400" cy="5486400"/>
          </a:xfrm>
          <a:prstGeom prst="ellipse">
            <a:avLst/>
          </a:prstGeom>
          <a:solidFill>
            <a:srgbClr val="1FA97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E2A26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1FA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6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7F8C87"/>
                </a:solidFill>
                <a:latin typeface="Segoe UI"/>
                <a:ea typeface="微软雅黑"/>
                <a:cs typeface="微软雅黑"/>
              </a:rPr>
              <a:t>等距信息图  ·  Isometric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