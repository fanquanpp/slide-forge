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1FA97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【页面定位】游戏设计提案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