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产品发布与介绍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产品发布与介绍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核心亮点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演示与对比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发布计划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2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在此输入「产品定位」的要点一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在此输入「产品定位」的要点二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在此输入「产品定位」的要点三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在此输入「产品定位」的要点四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核心亮点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A · 产品定位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B · 核心亮点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A78BF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A78BF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A78BF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57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57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产品定位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核心亮点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演示与对比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发布计划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7CC4FF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公测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7CC4FF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迭代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A78BF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A78BF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A78BF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2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演示与对比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在此输入一句产品主张。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7CC4F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A78BF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A78BF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