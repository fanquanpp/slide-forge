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【页面定位】产品发布与介绍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【页面定位】在此输入一句产品主张。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