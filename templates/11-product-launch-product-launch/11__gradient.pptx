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产品发布与介绍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在此输入「产品定位」的要点一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在此输入「产品定位」的要点二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在此输入「产品定位」的要点三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在此输入「产品定位」的要点四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A2E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迭代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在此输入一句产品主张。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