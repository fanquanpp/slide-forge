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FF5FA2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【页面定位】产品发布与介绍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【页面定位】在此输入一句产品主张。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【页面定位】VENN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产品发布与介绍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在此输入「产品定位」的要点一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在此输入「产品定位」的要点二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在此输入「产品定位」的要点三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在此输入「产品定位」的要点四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迭代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在此输入一句产品主张。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关键数字 / 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维度四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FF5FA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3EC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81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81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87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VENN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三圆交集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FF5FA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主题一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3EC6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主题二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8A86A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主题三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主题一：在此输入一句要点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主题二：在此输入一句要点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主题三：在此输入一句要点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泡泡堂风">
  <a:themeElements>
    <a:clrScheme name="SlideForge 泡泡堂风">
      <a:dk1>
        <a:srgbClr val="1F1B2E"/>
      </a:dk1>
      <a:lt1>
        <a:srgbClr val="FFFDF8"/>
      </a:lt1>
      <a:dk2>
        <a:srgbClr val="8A86A0"/>
      </a:dk2>
      <a:lt2>
        <a:srgbClr val="FFFFFF"/>
      </a:lt2>
      <a:accent1>
        <a:srgbClr val="FF5FA2"/>
      </a:accent1>
      <a:accent2>
        <a:srgbClr val="3EC6FF"/>
      </a:accent2>
      <a:accent3>
        <a:srgbClr val="FFD24D"/>
      </a:accent3>
      <a:accent4>
        <a:srgbClr val="F0E9F5"/>
      </a:accent4>
      <a:accent5>
        <a:srgbClr val="8A86A0"/>
      </a:accent5>
      <a:accent6>
        <a:srgbClr val="FFFFFF"/>
      </a:accent6>
      <a:hlink>
        <a:srgbClr val="FF5FA2"/>
      </a:hlink>
      <a:folHlink>
        <a:srgbClr val="8A86A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