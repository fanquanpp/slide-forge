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22D3E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产品发布与介绍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产品发布与介绍 · 在此输入副标题 / 项目名称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发布计划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在此输入「产品定位」的要点一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在此输入「产品定位」的要点二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在此输入「产品定位」的要点三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在此输入「产品定位」的要点四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A · 产品定位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B · 核心亮点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发布计划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公测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迭代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22D3EE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在此输入一句产品主张。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