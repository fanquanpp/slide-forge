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22D3EE"/>
              </a:solidFill>
            </c:spPr>
          </c:dPt>
          <c:dPt>
            <c:idx val="1"/>
            <c:spPr>
              <a:solidFill>
                <a:srgbClr val="F472B6"/>
              </a:solidFill>
            </c:spPr>
          </c:dPt>
          <c:dPt>
            <c:idx val="2"/>
            <c:spPr>
              <a:solidFill>
                <a:srgbClr val="22D3EE"/>
              </a:solidFill>
            </c:spPr>
          </c:dPt>
          <c:dPt>
            <c:idx val="3"/>
            <c:spPr>
              <a:solidFill>
                <a:srgbClr val="F472B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【页面定位】在此输入一句产品主张。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产品发布与介绍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在此输入「产品定位」的要点四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迭代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演示与对比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在此输入一句产品主张。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22D3EE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F472B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87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472B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472B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472B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472B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A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22D3EE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22D3EE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AF2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AF2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