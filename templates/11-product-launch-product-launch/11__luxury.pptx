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示例趋势（右键 → 编辑数据）</c:v>
                </c:pt>
              </c:strCache>
            </c:strRef>
          </c:tx>
          <c:spPr>
            <a:ln w="31750">
              <a:solidFill>
                <a:srgbClr val="C9A227"/>
              </a:solidFill>
            </a:ln>
          </c:spPr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40</c:v>
                </c:pt>
                <c:pt idx="3">
                  <c:v>56</c:v>
                </c:pt>
                <c:pt idx="4">
                  <c:v>50</c:v>
                </c:pt>
                <c:pt idx="5">
                  <c:v>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【页面定位】产品发布与介绍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【页面定位】在此输入一句产品主张。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【页面定位】HIGHLIGHTS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【页面定位】QUOTES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【页面定位】SWOT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产品发布与介绍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产品发布与介绍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6000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产品定位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核心亮点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演示与对比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发布计划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产品定位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产品定位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在此输入「产品定位」的要点一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在此输入「产品定位」的要点二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在此输入「产品定位」的要点三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在此输入「产品定位」的要点四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核心亮点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A · 产品定位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8D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B · 核心亮点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4120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litter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产品定位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核心亮点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演示与对比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发布计划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内测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公测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迭代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E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E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switch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演示与对比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在此输入一句产品主张。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关键数字 / 速览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维度一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E8D9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E8D9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E8D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8D9B5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维度二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E8D9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E8D9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E8D9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维度三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E8D9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E8D9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E8D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8D9B5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维度四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E8D9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E8D9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C9A22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E8D9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69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81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69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81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175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81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关键指标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tion:hero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E8D9B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E8D9B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E8D9B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litter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00" fill="hold" nodeType="afterEffect" grpId="0" presetID="6" presetClass="emph" presetSubtype="0">
                            <p:stCondLst>
                              <p:cond delay="950"/>
                            </p:stCondLst>
                            <p:childTnLst>
                              <p:animScale>
                                <p:cBhvr>
                                  <p:cTn id="101" dur="500" fill="hold"/>
                                  <p:tgtEl>
                                    <p:spTgt spid="6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金句墙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在此输入短句五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flip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四象限分析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18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109728" cy="1828800"/>
          </a:xfrm>
          <a:prstGeom prst="rect">
            <a:avLst/>
          </a:prstGeom>
          <a:solidFill>
            <a:srgbClr val="E8D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8D9B5"/>
                </a:solidFill>
                <a:latin typeface="Georgia"/>
                <a:ea typeface="宋体"/>
                <a:cs typeface="宋体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劣势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69080"/>
            <a:ext cx="109728" cy="1828800"/>
          </a:xfrm>
          <a:prstGeom prst="rect">
            <a:avLst/>
          </a:prstGeom>
          <a:solidFill>
            <a:srgbClr val="A79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A79B84"/>
                </a:solidFill>
                <a:latin typeface="Georgia"/>
                <a:ea typeface="宋体"/>
                <a:cs typeface="宋体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690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069080"/>
            <a:ext cx="109728" cy="1828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轻奢金黑">
  <a:themeElements>
    <a:clrScheme name="SlideForge 轻奢金黑">
      <a:dk1>
        <a:srgbClr val="F5EFE3"/>
      </a:dk1>
      <a:lt1>
        <a:srgbClr val="14120F"/>
      </a:lt1>
      <a:dk2>
        <a:srgbClr val="A79B84"/>
      </a:dk2>
      <a:lt2>
        <a:srgbClr val="1E1B16"/>
      </a:lt2>
      <a:accent1>
        <a:srgbClr val="C9A227"/>
      </a:accent1>
      <a:accent2>
        <a:srgbClr val="E8D9B5"/>
      </a:accent2>
      <a:accent3>
        <a:srgbClr val="E8D9B5"/>
      </a:accent3>
      <a:accent4>
        <a:srgbClr val="2E2A22"/>
      </a:accent4>
      <a:accent5>
        <a:srgbClr val="A79B84"/>
      </a:accent5>
      <a:accent6>
        <a:srgbClr val="1E1B16"/>
      </a:accent6>
      <a:hlink>
        <a:srgbClr val="C9A227"/>
      </a:hlink>
      <a:folHlink>
        <a:srgbClr val="A79B8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