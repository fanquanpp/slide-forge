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产品发布与介绍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产品发布与介绍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产品定位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核心亮点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演示与对比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发布计划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产品定位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产品定位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在此输入「产品定位」的要点一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在此输入「产品定位」的要点二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在此输入「产品定位」的要点三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在此输入「产品定位」的要点四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核心亮点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A · 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8D9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B · 核心亮点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8D9B5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4120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产品定位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核心亮点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演示与对比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发布计划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内测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公测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C9A227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A79B84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迭代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C9A2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C9A2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C9A2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C9A2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C9A22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E1B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E2A2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5EFE3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E1B16"/>
          </a:solidFill>
          <a:ln w="12700">
            <a:solidFill>
              <a:srgbClr val="2E2A2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5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演示与对比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在此输入一句产品主张。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E8D9B5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C9A227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1E1B16"/>
          </a:solidFill>
          <a:ln w="9525">
            <a:solidFill>
              <a:srgbClr val="2E2A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5EFE3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E2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A79B84"/>
                </a:solidFill>
                <a:latin typeface="Segoe UI"/>
                <a:ea typeface="微软雅黑"/>
                <a:cs typeface="微软雅黑"/>
              </a:rPr>
              <a:t>轻奢金黑  ·  Luxury Noir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