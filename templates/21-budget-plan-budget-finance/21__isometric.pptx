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预算与财务计划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预算与财务计划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在此输入「预算总览」的要点一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在此输入「预算总览」的要点二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在此输入「预算总览」的要点三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在此输入「预算总览」的要点四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A · 预算总览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B · 分项明细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结算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在此输入一条财务原则。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