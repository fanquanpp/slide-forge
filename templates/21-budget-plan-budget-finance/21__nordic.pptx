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74519"/>
            <a:ext cx="822960" cy="91440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4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预算与财务计划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预算与财务计划 · 在此输入副标题 / 项目名称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预算总览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分项明细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收支平衡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风险与预案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预算总览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预算总览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在此输入「预算总览」的要点一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在此输入「预算总览」的要点二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在此输入「预算总览」的要点三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在此输入「预算总览」的要点四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分项明细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A · 预算总览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C28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B · 分项明细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285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285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285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7F8FA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69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69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预算总览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分项明细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收支平衡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风险与预案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57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4C7CA8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编制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审批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4C7CA8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结算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3877056"/>
            <a:ext cx="685800" cy="1609344"/>
          </a:xfrm>
          <a:prstGeom prst="rect">
            <a:avLst/>
          </a:prstGeom>
          <a:solidFill>
            <a:srgbClr val="4C7CA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14600" y="3145535"/>
            <a:ext cx="685800" cy="2340864"/>
          </a:xfrm>
          <a:prstGeom prst="rect">
            <a:avLst/>
          </a:prstGeom>
          <a:solidFill>
            <a:srgbClr val="C2857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4169663"/>
            <a:ext cx="685800" cy="1316736"/>
          </a:xfrm>
          <a:prstGeom prst="rect">
            <a:avLst/>
          </a:prstGeom>
          <a:solidFill>
            <a:srgbClr val="4C7CA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00600" y="2706624"/>
            <a:ext cx="685800" cy="2779776"/>
          </a:xfrm>
          <a:prstGeom prst="rect">
            <a:avLst/>
          </a:prstGeom>
          <a:solidFill>
            <a:srgbClr val="C2857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3438144"/>
            <a:ext cx="685800" cy="2048255"/>
          </a:xfrm>
          <a:prstGeom prst="rect">
            <a:avLst/>
          </a:prstGeom>
          <a:solidFill>
            <a:srgbClr val="4C7CA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86600" y="3730752"/>
            <a:ext cx="685800" cy="1755648"/>
          </a:xfrm>
          <a:prstGeom prst="rect">
            <a:avLst/>
          </a:prstGeom>
          <a:solidFill>
            <a:srgbClr val="C2857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收支平衡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在此输入一条财务原则。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分步说明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2286000"/>
            <a:ext cx="0" cy="2331720"/>
          </a:xfrm>
          <a:prstGeom prst="line">
            <a:avLst/>
          </a:prstGeom>
          <a:ln w="203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97864" y="2212848"/>
            <a:ext cx="347472" cy="347472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4" y="221284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48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预算总览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8716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1" name="Oval 10"/>
          <p:cNvSpPr/>
          <p:nvPr/>
        </p:nvSpPr>
        <p:spPr>
          <a:xfrm>
            <a:off x="1197864" y="2990088"/>
            <a:ext cx="347472" cy="347472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29900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分项明细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6440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5" name="Oval 14"/>
          <p:cNvSpPr/>
          <p:nvPr/>
        </p:nvSpPr>
        <p:spPr>
          <a:xfrm>
            <a:off x="1197864" y="3767327"/>
            <a:ext cx="347472" cy="347472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7864" y="376732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03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收支平衡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4164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9" name="Oval 18"/>
          <p:cNvSpPr/>
          <p:nvPr/>
        </p:nvSpPr>
        <p:spPr>
          <a:xfrm>
            <a:off x="1197864" y="4544567"/>
            <a:ext cx="347472" cy="347472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7864" y="454456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8055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风险与预案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1888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术语表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术语一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1031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633472"/>
            <a:ext cx="10515600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761487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术语二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761487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3291839"/>
            <a:ext cx="10515600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419856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术语三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419856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3950207"/>
            <a:ext cx="10515600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07822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术语四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078224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4608576"/>
            <a:ext cx="10515600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49039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在此输入指标说明 · 占位文本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2194560"/>
            <a:ext cx="539496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4370832"/>
            <a:ext cx="438912" cy="1024127"/>
          </a:xfrm>
          <a:prstGeom prst="rect">
            <a:avLst/>
          </a:prstGeom>
          <a:solidFill>
            <a:srgbClr val="4C7CA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04304" y="3730752"/>
            <a:ext cx="438912" cy="1664207"/>
          </a:xfrm>
          <a:prstGeom prst="rect">
            <a:avLst/>
          </a:prstGeom>
          <a:solidFill>
            <a:srgbClr val="C2857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99248" y="4114800"/>
            <a:ext cx="438912" cy="1280160"/>
          </a:xfrm>
          <a:prstGeom prst="rect">
            <a:avLst/>
          </a:prstGeom>
          <a:solidFill>
            <a:srgbClr val="4C7CA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94192" y="3218688"/>
            <a:ext cx="438912" cy="2176272"/>
          </a:xfrm>
          <a:prstGeom prst="rect">
            <a:avLst/>
          </a:prstGeom>
          <a:solidFill>
            <a:srgbClr val="C2857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89136" y="3858768"/>
            <a:ext cx="438912" cy="1536192"/>
          </a:xfrm>
          <a:prstGeom prst="rect">
            <a:avLst/>
          </a:prstGeom>
          <a:solidFill>
            <a:srgbClr val="4C7CA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84080" y="2962656"/>
            <a:ext cx="438912" cy="2432303"/>
          </a:xfrm>
          <a:prstGeom prst="rect">
            <a:avLst/>
          </a:prstGeom>
          <a:solidFill>
            <a:srgbClr val="C2857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79024" y="3602736"/>
            <a:ext cx="438912" cy="1792223"/>
          </a:xfrm>
          <a:prstGeom prst="rect">
            <a:avLst/>
          </a:prstGeom>
          <a:solidFill>
            <a:srgbClr val="4C7CA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