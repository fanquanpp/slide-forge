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1E5FBF"/>
              </a:solidFill>
            </c:spPr>
          </c:dPt>
          <c:dPt>
            <c:idx val="1"/>
            <c:spPr>
              <a:solidFill>
                <a:srgbClr val="C9A227"/>
              </a:solidFill>
            </c:spPr>
          </c:dPt>
          <c:dPt>
            <c:idx val="2"/>
            <c:spPr>
              <a:solidFill>
                <a:srgbClr val="1E5FBF"/>
              </a:solidFill>
            </c:spPr>
          </c:dPt>
          <c:dPt>
            <c:idx val="3"/>
            <c:spPr>
              <a:solidFill>
                <a:srgbClr val="C9A227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【页面定位】在此输入一条财务原则。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E5FB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1E5FB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C9A227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1E5FBF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C9A227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商务蓝调">
  <a:themeElements>
    <a:clrScheme name="SlideForge 商务蓝调">
      <a:dk1>
        <a:srgbClr val="10233F"/>
      </a:dk1>
      <a:lt1>
        <a:srgbClr val="FFFFFF"/>
      </a:lt1>
      <a:dk2>
        <a:srgbClr val="5B6B82"/>
      </a:dk2>
      <a:lt2>
        <a:srgbClr val="F2F5FA"/>
      </a:lt2>
      <a:accent1>
        <a:srgbClr val="1E5FBF"/>
      </a:accent1>
      <a:accent2>
        <a:srgbClr val="C9A227"/>
      </a:accent2>
      <a:accent3>
        <a:srgbClr val="C9A227"/>
      </a:accent3>
      <a:accent4>
        <a:srgbClr val="D7E0EE"/>
      </a:accent4>
      <a:accent5>
        <a:srgbClr val="5B6B82"/>
      </a:accent5>
      <a:accent6>
        <a:srgbClr val="F2F5FA"/>
      </a:accent6>
      <a:hlink>
        <a:srgbClr val="1E5FBF"/>
      </a:hlink>
      <a:folHlink>
        <a:srgbClr val="5B6B8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