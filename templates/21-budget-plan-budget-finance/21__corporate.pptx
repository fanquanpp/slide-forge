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【页面定位】在此输入一条财务原则。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5FB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预算与财务计划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预算与财务计划 · 在此输入副标题 / 项目名称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在此输入「预算总览」的要点一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在此输入「预算总览」的要点二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在此输入「预算总览」的要点三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在此输入「预算总览」的要点四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预算总览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分项明细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结算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1E5FB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在此输入一条财务原则。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