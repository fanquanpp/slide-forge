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3FA88C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【页面定位】数据看板与指标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【页面定位】在此输入一条数据洞察。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87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E2A03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E2A03F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E2A03F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3FA88C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E2A03F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E2A03F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3FA88C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3FA88C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E2A03F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3FA88C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3FA88C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2B2B2B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3FA88C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3FA88C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2B2B2B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2B2B2B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柔和科技图表">
  <a:themeElements>
    <a:clrScheme name="SlideForge 柔和科技图表">
      <a:dk1>
        <a:srgbClr val="2B2B2B"/>
      </a:dk1>
      <a:lt1>
        <a:srgbClr val="F5F3EF"/>
      </a:lt1>
      <a:dk2>
        <a:srgbClr val="9A9A93"/>
      </a:dk2>
      <a:lt2>
        <a:srgbClr val="FFFFFF"/>
      </a:lt2>
      <a:accent1>
        <a:srgbClr val="3FA88C"/>
      </a:accent1>
      <a:accent2>
        <a:srgbClr val="E2A03F"/>
      </a:accent2>
      <a:accent3>
        <a:srgbClr val="E2A03F"/>
      </a:accent3>
      <a:accent4>
        <a:srgbClr val="E4E0D8"/>
      </a:accent4>
      <a:accent5>
        <a:srgbClr val="9A9A93"/>
      </a:accent5>
      <a:accent6>
        <a:srgbClr val="FFFFFF"/>
      </a:accent6>
      <a:hlink>
        <a:srgbClr val="3FA88C"/>
      </a:hlink>
      <a:folHlink>
        <a:srgbClr val="9A9A93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