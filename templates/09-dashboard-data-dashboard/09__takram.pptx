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数据看板与指标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数据看板 · 在此输入主题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周期  ·  YYYY-MM-DD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总体概览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趋势分析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结论与行动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总体概览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总体概览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在此输入指标解读一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在此输入指标解读二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在此输入指标解读三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在此输入指标解读四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同比 / 环比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A · 同比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B · 环比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A03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A03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A03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5F3EF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00.0%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0.00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TRENDS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Q1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Q2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Q3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Q4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TRENDS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3FA88C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3246120"/>
            <a:ext cx="20077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采集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45153" y="3246120"/>
            <a:ext cx="20077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清洗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3FA88C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38747" y="3246120"/>
            <a:ext cx="20077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分析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32341" y="3246120"/>
            <a:ext cx="20077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TRENDS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3877056"/>
            <a:ext cx="685800" cy="1609344"/>
          </a:xfrm>
          <a:prstGeom prst="rect">
            <a:avLst/>
          </a:prstGeom>
          <a:solidFill>
            <a:srgbClr val="3FA8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14600" y="3145535"/>
            <a:ext cx="685800" cy="2340864"/>
          </a:xfrm>
          <a:prstGeom prst="rect">
            <a:avLst/>
          </a:prstGeom>
          <a:solidFill>
            <a:srgbClr val="E2A03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4169663"/>
            <a:ext cx="685800" cy="1316736"/>
          </a:xfrm>
          <a:prstGeom prst="rect">
            <a:avLst/>
          </a:prstGeom>
          <a:solidFill>
            <a:srgbClr val="3FA8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00600" y="2706624"/>
            <a:ext cx="685800" cy="2779776"/>
          </a:xfrm>
          <a:prstGeom prst="rect">
            <a:avLst/>
          </a:prstGeom>
          <a:solidFill>
            <a:srgbClr val="E2A03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3438144"/>
            <a:ext cx="685800" cy="2048255"/>
          </a:xfrm>
          <a:prstGeom prst="rect">
            <a:avLst/>
          </a:prstGeom>
          <a:solidFill>
            <a:srgbClr val="3FA8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86600" y="3730752"/>
            <a:ext cx="685800" cy="1755648"/>
          </a:xfrm>
          <a:prstGeom prst="rect">
            <a:avLst/>
          </a:prstGeom>
          <a:solidFill>
            <a:srgbClr val="E2A03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56235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变化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在此填数值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在此填变化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在此填数值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在此填变化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在此填数值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在此填变化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KPIS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趋势分析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在此输入一条数据洞察。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— 分析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5112867" cy="329184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85033" y="2697480"/>
            <a:ext cx="1188720" cy="1188720"/>
          </a:xfrm>
          <a:prstGeom prst="ellipse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5033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474710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474710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数据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5867" y="2286000"/>
            <a:ext cx="5112867" cy="329184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17941" y="2697480"/>
            <a:ext cx="1188720" cy="1188720"/>
          </a:xfrm>
          <a:prstGeom prst="ellipse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17941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38747" y="4114800"/>
            <a:ext cx="474710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8747" y="4526280"/>
            <a:ext cx="474710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业务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