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1E5FBF"/>
              </a:solidFill>
            </c:spPr>
          </c:dPt>
          <c:dPt>
            <c:idx val="1"/>
            <c:spPr>
              <a:solidFill>
                <a:srgbClr val="C9A227"/>
              </a:solidFill>
            </c:spPr>
          </c:dPt>
          <c:dPt>
            <c:idx val="2"/>
            <c:spPr>
              <a:solidFill>
                <a:srgbClr val="1E5FBF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99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E5FB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A22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5B6B8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