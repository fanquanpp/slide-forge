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【页面定位】SECTION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【页面定位】在此输入一条数据洞察。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【页面定位】STEPS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【页面定位】GLOSSARY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【页面定位】HIGHLIGHT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E5FB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数据看板与指标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数据看板与指标 · 在此输入副标题 / 项目名称</a:t>
            </a:r>
          </a:p>
        </p:txBody>
      </p:sp>
    </p:spTree>
  </p:cSld>
  <p:clrMapOvr>
    <a:masterClrMapping/>
  </p:clrMapOvr>
  <p:transition spd="med" advClick="1" advTm="8000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总体概览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趋势分析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结论与行动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总体概览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总体概览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在此输入「总体概览」的要点一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在此输入「总体概览」的要点二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在此输入「总体概览」的要点三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在此输入「总体概览」的要点四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A · 总体概览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B · 关键指标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69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69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总体概览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趋势分析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结论与行动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57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E5FBF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采集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清洗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E5FBF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40" y="2743200"/>
            <a:ext cx="2560320" cy="2560320"/>
          </a:xfrm>
          <a:prstGeom prst="ellipse">
            <a:avLst/>
          </a:prstGeom>
          <a:solidFill>
            <a:srgbClr val="1E5FBF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3566160"/>
            <a:ext cx="914400" cy="914400"/>
          </a:xfrm>
          <a:prstGeom prst="ellipse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35661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趋势分析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在此输入一条数据洞察。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分步说明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2286000"/>
            <a:ext cx="0" cy="2331720"/>
          </a:xfrm>
          <a:prstGeom prst="line">
            <a:avLst/>
          </a:prstGeom>
          <a:ln w="203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97864" y="2212848"/>
            <a:ext cx="347472" cy="347472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21284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总体概览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8716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1" name="Oval 10"/>
          <p:cNvSpPr/>
          <p:nvPr/>
        </p:nvSpPr>
        <p:spPr>
          <a:xfrm>
            <a:off x="1197864" y="2990088"/>
            <a:ext cx="347472" cy="347472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9900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6440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5" name="Oval 14"/>
          <p:cNvSpPr/>
          <p:nvPr/>
        </p:nvSpPr>
        <p:spPr>
          <a:xfrm>
            <a:off x="1197864" y="3767327"/>
            <a:ext cx="347472" cy="347472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376732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趋势分析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4164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9" name="Oval 18"/>
          <p:cNvSpPr/>
          <p:nvPr/>
        </p:nvSpPr>
        <p:spPr>
          <a:xfrm>
            <a:off x="1197864" y="4544567"/>
            <a:ext cx="347472" cy="347472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454456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8055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结论与行动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1888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术语表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术语一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1031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633472"/>
            <a:ext cx="10515600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761487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术语二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761487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3291839"/>
            <a:ext cx="10515600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419856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术语三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419856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3950207"/>
            <a:ext cx="10515600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07822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术语四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078224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4608576"/>
            <a:ext cx="10515600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在此输入指标说明 · 占位文本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19456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370832"/>
            <a:ext cx="438912" cy="1024127"/>
          </a:xfrm>
          <a:prstGeom prst="rect">
            <a:avLst/>
          </a:prstGeom>
          <a:solidFill>
            <a:srgbClr val="1E5FB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4304" y="3730752"/>
            <a:ext cx="438912" cy="1664207"/>
          </a:xfrm>
          <a:prstGeom prst="rect">
            <a:avLst/>
          </a:prstGeom>
          <a:solidFill>
            <a:srgbClr val="C9A22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99248" y="4114800"/>
            <a:ext cx="438912" cy="1280160"/>
          </a:xfrm>
          <a:prstGeom prst="rect">
            <a:avLst/>
          </a:prstGeom>
          <a:solidFill>
            <a:srgbClr val="1E5FB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94192" y="3218688"/>
            <a:ext cx="438912" cy="2176272"/>
          </a:xfrm>
          <a:prstGeom prst="rect">
            <a:avLst/>
          </a:prstGeom>
          <a:solidFill>
            <a:srgbClr val="C9A22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89136" y="3858768"/>
            <a:ext cx="438912" cy="1536192"/>
          </a:xfrm>
          <a:prstGeom prst="rect">
            <a:avLst/>
          </a:prstGeom>
          <a:solidFill>
            <a:srgbClr val="1E5FB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2962656"/>
            <a:ext cx="438912" cy="2432303"/>
          </a:xfrm>
          <a:prstGeom prst="rect">
            <a:avLst/>
          </a:prstGeom>
          <a:solidFill>
            <a:srgbClr val="C9A22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79024" y="3602736"/>
            <a:ext cx="438912" cy="1792223"/>
          </a:xfrm>
          <a:prstGeom prst="rect">
            <a:avLst/>
          </a:prstGeom>
          <a:solidFill>
            <a:srgbClr val="1E5FB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