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数据看板 · 在此输入主题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周期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在此输入指标解读一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在此输入指标解读二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在此输入指标解读三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在此输入指标解读四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同比 / 环比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同比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环比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