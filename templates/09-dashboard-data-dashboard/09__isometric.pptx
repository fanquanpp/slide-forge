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【页面定位】数据看板与指标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【页面定位】在此输入一条数据洞察。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