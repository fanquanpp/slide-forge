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数据看板与指标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数据看板与指标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在此输入「总体概览」的要点一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在此输入「总体概览」的要点二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在此输入「总体概览」的要点三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在此输入「总体概览」的要点四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A · 总体概览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B · 关键指标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在此输入一条数据洞察。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2000"/>
            </a:avLst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