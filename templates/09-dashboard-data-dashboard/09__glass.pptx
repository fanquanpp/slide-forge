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【页面定位】数据看板与指标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【页面定位】在此输入一条数据洞察。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【页面定位】ROADMAP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【页面定位】CHECKLIST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【页面定位】OPTIONS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数据看板与指标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数据看板与指标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总体概览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趋势分析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结论与行动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2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总体概览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总体概览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在此输入「总体概览」的要点一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在此输入「总体概览」的要点二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在此输入「总体概览」的要点三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在此输入「总体概览」的要点四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A · 总体概览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B · 关键指标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A78BF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A78BF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A78BF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81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81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总体概览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趋势分析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结论与行动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7CC4FF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采集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清洗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7CC4FF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分析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7CC4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7CC4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7CC4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7CC4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7CC4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81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B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B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2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趋势分析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在此输入一条数据洞察。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7CC4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7CC4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7CC4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A78BF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A78BF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12000"/>
            </a:avLst>
          </a:prstGeom>
          <a:solidFill>
            <a:srgbClr val="7CC4FF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