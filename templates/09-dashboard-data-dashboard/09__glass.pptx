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数据看板与指标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数据看板 · 在此输入主题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周期  ·  YYYY-MM-DD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在此输入指标解读一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在此输入指标解读二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在此输入指标解读三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在此输入指标解读四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同比 / 环比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A · 同比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B · 环比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182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0.00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Q3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Q4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5153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清洗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8747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2341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7CC4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7CC4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7CC4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7CC4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7CC4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变化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在此填数值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在此填变化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在此填数值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在此填变化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在此填数值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在此填变化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KPIS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在此输入一条数据洞察。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— 分析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5112867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85033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5033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数据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286000"/>
            <a:ext cx="5112867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17941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7941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8747" y="411480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747" y="452628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业务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