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6C8C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数据看板与指标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数据看板与指标 · 在此输入副标题 / 项目名称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总体概览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趋势分析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结论与行动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总体概览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总体概览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在此输入「总体概览」的要点一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在此输入「总体概览」的要点二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在此输入「总体概览」的要点三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在此输入「总体概览」的要点四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A · 总体概览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B · 关键指标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8FB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8FB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8FB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41A2E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总体概览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趋势分析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结论与行动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6C8CFF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清洗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6C8CFF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6C8CFF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趋势分析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在此输入一条数据洞察。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18000"/>
            </a:avLst>
          </a:prstGeom>
          <a:solidFill>
            <a:srgbClr val="6C8CFF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