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41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8229600" y="-1280160"/>
            <a:ext cx="5486400" cy="5486400"/>
          </a:xfrm>
          <a:prstGeom prst="ellipse">
            <a:avLst/>
          </a:prstGeom>
          <a:solidFill>
            <a:srgbClr val="6C8CFF">
              <a:alpha val="2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7498079" y="2377440"/>
            <a:ext cx="6583680" cy="6583680"/>
          </a:xfrm>
          <a:prstGeom prst="ellipse">
            <a:avLst/>
          </a:prstGeom>
          <a:solidFill>
            <a:srgbClr val="FF8FB1">
              <a:alpha val="14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0"/>
            <a:ext cx="4937760" cy="6858000"/>
          </a:xfrm>
          <a:prstGeom prst="rect">
            <a:avLst/>
          </a:prstGeom>
          <a:solidFill>
            <a:srgbClr val="6C8CFF">
              <a:alpha val="95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31520" y="2194560"/>
            <a:ext cx="3657600" cy="1463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400"/>
              </a:spcAft>
            </a:pPr>
            <a:r>
              <a:rPr sz="4000" b="1" i="0">
                <a:solidFill>
                  <a:srgbClr val="FFFFFF"/>
                </a:solidFill>
                <a:latin typeface="Segoe UI"/>
                <a:ea typeface="微软雅黑"/>
                <a:cs typeface="微软雅黑"/>
              </a:rPr>
              <a:t>SECTION</a:t>
            </a:r>
          </a:p>
          <a:p>
            <a:pPr algn="l">
              <a:lnSpc>
                <a:spcPct val="105000"/>
              </a:lnSpc>
              <a:spcAft>
                <a:spcPts val="400"/>
              </a:spcAft>
            </a:pPr>
            <a:r>
              <a:rPr sz="4000" b="1" i="0">
                <a:solidFill>
                  <a:srgbClr val="FFFFFF"/>
                </a:solidFill>
                <a:latin typeface="Segoe UI"/>
                <a:ea typeface="微软雅黑"/>
                <a:cs typeface="微软雅黑"/>
              </a:rPr>
              <a:t>01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0" y="2286000"/>
            <a:ext cx="6035040" cy="1828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3000"/>
              </a:lnSpc>
              <a:spcAft>
                <a:spcPts val="400"/>
              </a:spcAft>
            </a:pPr>
            <a:r>
              <a:rPr sz="3600" b="1" i="0">
                <a:solidFill>
                  <a:srgbClr val="EEF2FF"/>
                </a:solidFill>
                <a:latin typeface="Segoe UI"/>
                <a:ea typeface="微软雅黑"/>
                <a:cs typeface="微软雅黑"/>
              </a:rPr>
              <a:t>数据看板与指标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0" y="4206240"/>
            <a:ext cx="585216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700" b="0" i="0">
                <a:solidFill>
                  <a:srgbClr val="9AA7CC"/>
                </a:solidFill>
                <a:latin typeface="Segoe UI"/>
                <a:ea typeface="微软雅黑"/>
                <a:cs typeface="微软雅黑"/>
              </a:rPr>
              <a:t>数据看板与指标 · 在此输入副标题 / 项目名称</a:t>
            </a:r>
          </a:p>
        </p:txBody>
      </p:sp>
    </p:spTree>
  </p:cSld>
  <p:clrMapOvr>
    <a:masterClrMapping/>
  </p:clrMapOvr>
  <p:transition spd="med">
    <p:dissolv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5" dur="570" fill="hold" nodeType="clickEffect" grpId="0" presetID="18" presetClass="entr" presetSubtype="12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ircle(in)">
                                <p:cBhvr>
                                  <p:cTn id="51" dur="570"/>
                                  <p:tgtEl>
                                    <p:spTgt spid="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7" dur="690" fill="hold" nodeType="afterEffect" grpId="0" presetID="22" presetClass="entr" presetSubtype="1">
                            <p:stCondLst>
                              <p:cond delay="130"/>
                            </p:stCondLst>
                            <p:childTnLst>
                              <p:set>
                                <p:cBhvr>
                                  <p:cTn id="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up)">
                                <p:cBhvr>
                                  <p:cTn id="71" dur="690"/>
                                  <p:tgtEl>
                                    <p:spTgt spid="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9" dur="810" fill="hold" nodeType="afterEffect" grpId="0" presetID="42" presetClass="entr" presetSubtype="10">
                            <p:stCondLst>
                              <p:cond delay="260"/>
                            </p:stCondLst>
                            <p:childTnLst>
                              <p:set>
                                <p:cBhvr>
                                  <p:cTn id="1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linds(horizontal)">
                                <p:cBhvr>
                                  <p:cTn id="91" dur="810"/>
                                  <p:tgtEl>
                                    <p:spTgt spid="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1" dur="450" fill="hold" nodeType="afterEffect" grpId="0" presetID="43" presetClass="entr" presetSubtype="0">
                            <p:stCondLst>
                              <p:cond delay="390"/>
                            </p:stCondLst>
                            <p:childTnLst>
                              <p:set>
                                <p:cBhvr>
                                  <p:cTn id="1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heckerboard(across)">
                                <p:cBhvr>
                                  <p:cTn id="111" dur="450"/>
                                  <p:tgtEl>
                                    <p:spTgt spid="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3" dur="570" fill="hold" nodeType="afterEffect" grpId="0" presetID="21" presetClass="entr" presetSubtype="2">
                            <p:stCondLst>
                              <p:cond delay="520"/>
                            </p:stCondLst>
                            <p:childTnLst>
                              <p:set>
                                <p:cBhvr>
                                  <p:cTn id="1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2)">
                                <p:cBhvr>
                                  <p:cTn id="131" dur="570"/>
                                  <p:tgtEl>
                                    <p:spTgt spid="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5" dur="690" fill="hold" nodeType="afterEffect" grpId="0" presetID="10" presetClass="entr" presetSubtype="0">
                            <p:stCondLst>
                              <p:cond delay="650"/>
                            </p:stCondLst>
                            <p:childTnLst>
                              <p:set>
                                <p:cBhvr>
                                  <p:cTn id="1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dissolve">
                                <p:cBhvr>
                                  <p:cTn id="151" dur="690"/>
                                  <p:tgtEl>
                                    <p:spTgt spid="8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41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66928"/>
            <a:ext cx="7772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1" i="0">
                <a:solidFill>
                  <a:srgbClr val="6C8CFF"/>
                </a:solidFill>
                <a:latin typeface="Segoe UI"/>
                <a:ea typeface="微软雅黑"/>
                <a:cs typeface="微软雅黑"/>
              </a:rPr>
              <a:t>OVERVIEW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868680"/>
            <a:ext cx="106070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EEF2FF"/>
                </a:solidFill>
                <a:latin typeface="Segoe UI"/>
                <a:ea typeface="微软雅黑"/>
                <a:cs typeface="微软雅黑"/>
              </a:rPr>
              <a:t>目录  CONTENTS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1572768"/>
            <a:ext cx="566928" cy="50292"/>
          </a:xfrm>
          <a:prstGeom prst="rect">
            <a:avLst/>
          </a:prstGeom>
          <a:solidFill>
            <a:srgbClr val="6C8C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822960" y="2377440"/>
            <a:ext cx="2430703" cy="2194560"/>
          </a:xfrm>
          <a:prstGeom prst="roundRect">
            <a:avLst>
              <a:gd name="adj" fmla="val 18000"/>
            </a:avLst>
          </a:prstGeom>
          <a:solidFill>
            <a:srgbClr val="1E2740"/>
          </a:solidFill>
          <a:ln w="9525">
            <a:solidFill>
              <a:srgbClr val="2A355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143000" y="2606040"/>
            <a:ext cx="1790623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600" b="1" i="0">
                <a:solidFill>
                  <a:srgbClr val="6C8CFF"/>
                </a:solidFill>
                <a:latin typeface="Segoe UI"/>
                <a:ea typeface="微软雅黑"/>
                <a:cs typeface="微软雅黑"/>
              </a:rPr>
              <a:t>01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43000" y="3383280"/>
            <a:ext cx="1790623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400"/>
              </a:spcAft>
            </a:pPr>
            <a:r>
              <a:rPr sz="1500" b="0" i="0">
                <a:solidFill>
                  <a:srgbClr val="EEF2FF"/>
                </a:solidFill>
                <a:latin typeface="Segoe UI"/>
                <a:ea typeface="微软雅黑"/>
                <a:cs typeface="微软雅黑"/>
              </a:rPr>
              <a:t>总体概览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3527983" y="2377440"/>
            <a:ext cx="2430703" cy="2194560"/>
          </a:xfrm>
          <a:prstGeom prst="roundRect">
            <a:avLst>
              <a:gd name="adj" fmla="val 18000"/>
            </a:avLst>
          </a:prstGeom>
          <a:solidFill>
            <a:srgbClr val="1E2740"/>
          </a:solidFill>
          <a:ln w="9525">
            <a:solidFill>
              <a:srgbClr val="2A355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3848023" y="2606040"/>
            <a:ext cx="1790623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600" b="1" i="0">
                <a:solidFill>
                  <a:srgbClr val="6C8CFF"/>
                </a:solidFill>
                <a:latin typeface="Segoe UI"/>
                <a:ea typeface="微软雅黑"/>
                <a:cs typeface="微软雅黑"/>
              </a:rPr>
              <a:t>02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848023" y="3383280"/>
            <a:ext cx="1790623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400"/>
              </a:spcAft>
            </a:pPr>
            <a:r>
              <a:rPr sz="1500" b="0" i="0">
                <a:solidFill>
                  <a:srgbClr val="EEF2FF"/>
                </a:solidFill>
                <a:latin typeface="Segoe UI"/>
                <a:ea typeface="微软雅黑"/>
                <a:cs typeface="微软雅黑"/>
              </a:rPr>
              <a:t>关键指标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233007" y="2377440"/>
            <a:ext cx="2430703" cy="2194560"/>
          </a:xfrm>
          <a:prstGeom prst="roundRect">
            <a:avLst>
              <a:gd name="adj" fmla="val 18000"/>
            </a:avLst>
          </a:prstGeom>
          <a:solidFill>
            <a:srgbClr val="1E2740"/>
          </a:solidFill>
          <a:ln w="9525">
            <a:solidFill>
              <a:srgbClr val="2A355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553047" y="2606040"/>
            <a:ext cx="1790623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600" b="1" i="0">
                <a:solidFill>
                  <a:srgbClr val="6C8CFF"/>
                </a:solidFill>
                <a:latin typeface="Segoe UI"/>
                <a:ea typeface="微软雅黑"/>
                <a:cs typeface="微软雅黑"/>
              </a:rPr>
              <a:t>03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553047" y="3383280"/>
            <a:ext cx="1790623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400"/>
              </a:spcAft>
            </a:pPr>
            <a:r>
              <a:rPr sz="1500" b="0" i="0">
                <a:solidFill>
                  <a:srgbClr val="EEF2FF"/>
                </a:solidFill>
                <a:latin typeface="Segoe UI"/>
                <a:ea typeface="微软雅黑"/>
                <a:cs typeface="微软雅黑"/>
              </a:rPr>
              <a:t>趋势分析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8938031" y="2377440"/>
            <a:ext cx="2430703" cy="2194560"/>
          </a:xfrm>
          <a:prstGeom prst="roundRect">
            <a:avLst>
              <a:gd name="adj" fmla="val 18000"/>
            </a:avLst>
          </a:prstGeom>
          <a:solidFill>
            <a:srgbClr val="1E2740"/>
          </a:solidFill>
          <a:ln w="9525">
            <a:solidFill>
              <a:srgbClr val="2A355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9258071" y="2606040"/>
            <a:ext cx="1790623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600" b="1" i="0">
                <a:solidFill>
                  <a:srgbClr val="6C8CFF"/>
                </a:solidFill>
                <a:latin typeface="Segoe UI"/>
                <a:ea typeface="微软雅黑"/>
                <a:cs typeface="微软雅黑"/>
              </a:rPr>
              <a:t>04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258071" y="3383280"/>
            <a:ext cx="1790623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400"/>
              </a:spcAft>
            </a:pPr>
            <a:r>
              <a:rPr sz="1500" b="0" i="0">
                <a:solidFill>
                  <a:srgbClr val="EEF2FF"/>
                </a:solidFill>
                <a:latin typeface="Segoe UI"/>
                <a:ea typeface="微软雅黑"/>
                <a:cs typeface="微软雅黑"/>
              </a:rPr>
              <a:t>结论与行动</a:t>
            </a:r>
          </a:p>
        </p:txBody>
      </p:sp>
      <p:sp>
        <p:nvSpPr>
          <p:cNvPr id="18" name="Rectangle 17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2A355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9AA7CC"/>
                </a:solidFill>
                <a:latin typeface="Segoe UI"/>
                <a:ea typeface="微软雅黑"/>
                <a:cs typeface="微软雅黑"/>
              </a:rPr>
              <a:t>渐变流体  ·  Gradient Flow</a:t>
            </a:r>
          </a:p>
        </p:txBody>
      </p:sp>
    </p:spTree>
  </p:cSld>
  <p:clrMapOvr>
    <a:masterClrMapping/>
  </p:clrMapOvr>
  <p:transition spd="med">
    <p:zoom dir="in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5" dur="690" fill="hold" nodeType="clickEffect" grpId="0" presetID="22" presetClass="entr" presetSubtype="1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up)">
                                <p:cBhvr>
                                  <p:cTn id="51" dur="690"/>
                                  <p:tgtEl>
                                    <p:spTgt spid="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7" dur="810" fill="hold" nodeType="afterEffect" grpId="0" presetID="42" presetClass="entr" presetSubtype="10">
                            <p:stCondLst>
                              <p:cond delay="130"/>
                            </p:stCondLst>
                            <p:childTnLst>
                              <p:set>
                                <p:cBhvr>
                                  <p:cTn id="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linds(horizontal)">
                                <p:cBhvr>
                                  <p:cTn id="71" dur="810"/>
                                  <p:tgtEl>
                                    <p:spTgt spid="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9" dur="450" fill="hold" nodeType="afterEffect" grpId="0" presetID="43" presetClass="entr" presetSubtype="0">
                            <p:stCondLst>
                              <p:cond delay="260"/>
                            </p:stCondLst>
                            <p:childTnLst>
                              <p:set>
                                <p:cBhvr>
                                  <p:cTn id="1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heckerboard(across)">
                                <p:cBhvr>
                                  <p:cTn id="91" dur="450"/>
                                  <p:tgtEl>
                                    <p:spTgt spid="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1" dur="570" fill="hold" nodeType="afterEffect" grpId="0" presetID="21" presetClass="entr" presetSubtype="2">
                            <p:stCondLst>
                              <p:cond delay="390"/>
                            </p:stCondLst>
                            <p:childTnLst>
                              <p:set>
                                <p:cBhvr>
                                  <p:cTn id="1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2)">
                                <p:cBhvr>
                                  <p:cTn id="111" dur="570"/>
                                  <p:tgtEl>
                                    <p:spTgt spid="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3" dur="690" fill="hold" nodeType="afterEffect" grpId="0" presetID="10" presetClass="entr" presetSubtype="0">
                            <p:stCondLst>
                              <p:cond delay="520"/>
                            </p:stCondLst>
                            <p:childTnLst>
                              <p:set>
                                <p:cBhvr>
                                  <p:cTn id="1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9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dissolve">
                                <p:cBhvr>
                                  <p:cTn id="131" dur="690"/>
                                  <p:tgtEl>
                                    <p:spTgt spid="9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5" dur="810" fill="hold" nodeType="afterEffect" grpId="0" presetID="25" presetClass="entr" presetSubtype="1">
                            <p:stCondLst>
                              <p:cond delay="650"/>
                            </p:stCondLst>
                            <p:childTnLst>
                              <p:set>
                                <p:cBhvr>
                                  <p:cTn id="1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2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strips(downRight)">
                                <p:cBhvr>
                                  <p:cTn id="151" dur="810"/>
                                  <p:tgtEl>
                                    <p:spTgt spid="12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7" dur="450" fill="hold" nodeType="afterEffect" grpId="0" presetID="45" presetClass="entr" presetSubtype="1">
                            <p:stCondLst>
                              <p:cond delay="780"/>
                            </p:stCondLst>
                            <p:childTnLst>
                              <p:set>
                                <p:cBhvr>
                                  <p:cTn id="1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arn(inHorizontal)">
                                <p:cBhvr>
                                  <p:cTn id="171" dur="450"/>
                                  <p:tgtEl>
                                    <p:spTgt spid="1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9" dur="570" fill="hold" nodeType="afterEffect" grpId="0" presetID="22" presetClass="entr" presetSubtype="8">
                            <p:stCondLst>
                              <p:cond delay="910"/>
                            </p:stCondLst>
                            <p:childTnLst>
                              <p:set>
                                <p:cBhvr>
                                  <p:cTn id="2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left)">
                                <p:cBhvr>
                                  <p:cTn id="191" dur="570"/>
                                  <p:tgtEl>
                                    <p:spTgt spid="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1" dur="690" fill="hold" nodeType="afterEffect" grpId="0" presetID="37" presetClass="entr" presetSubtype="0">
                            <p:stCondLst>
                              <p:cond delay="1040"/>
                            </p:stCondLst>
                            <p:childTnLst>
                              <p:set>
                                <p:cBhvr>
                                  <p:cTn id="2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0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edge">
                                <p:cBhvr>
                                  <p:cTn id="211" dur="690"/>
                                  <p:tgtEl>
                                    <p:spTgt spid="10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3" dur="810" fill="hold" nodeType="afterEffect" grpId="0" presetID="52" presetClass="entr" presetSubtype="0">
                            <p:stCondLst>
                              <p:cond delay="1170"/>
                            </p:stCondLst>
                            <p:childTnLst>
                              <p:set>
                                <p:cBhvr>
                                  <p:cTn id="2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randombar(horizontal)">
                                <p:cBhvr>
                                  <p:cTn id="231" dur="810"/>
                                  <p:tgtEl>
                                    <p:spTgt spid="1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5" dur="450" fill="hold" nodeType="afterEffect" grpId="0" presetID="21" presetClass="entr" presetSubtype="1">
                            <p:stCondLst>
                              <p:cond delay="1300"/>
                            </p:stCondLst>
                            <p:childTnLst>
                              <p:set>
                                <p:cBhvr>
                                  <p:cTn id="2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1)">
                                <p:cBhvr>
                                  <p:cTn id="251" dur="450"/>
                                  <p:tgtEl>
                                    <p:spTgt spid="1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7" dur="570" fill="hold" nodeType="afterEffect" grpId="0" presetID="22" presetClass="entr" presetSubtype="4">
                            <p:stCondLst>
                              <p:cond delay="1430"/>
                            </p:stCondLst>
                            <p:childTnLst>
                              <p:set>
                                <p:cBhvr>
                                  <p:cTn id="2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down)">
                                <p:cBhvr>
                                  <p:cTn id="271" dur="570"/>
                                  <p:tgtEl>
                                    <p:spTgt spid="8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9" dur="690" fill="hold" nodeType="afterEffect" grpId="0" presetID="9" presetClass="entr" presetSubtype="0">
                            <p:stCondLst>
                              <p:cond delay="1560"/>
                            </p:stCondLst>
                            <p:childTnLst>
                              <p:set>
                                <p:cBhvr>
                                  <p:cTn id="3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1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291" dur="690"/>
                                  <p:tgtEl>
                                    <p:spTgt spid="11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31" dur="810" fill="hold" nodeType="afterEffect" grpId="0" presetID="22" presetClass="entr" presetSubtype="2">
                            <p:stCondLst>
                              <p:cond delay="1690"/>
                            </p:stCondLst>
                            <p:childTnLst>
                              <p:set>
                                <p:cBhvr>
                                  <p:cTn id="3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right)">
                                <p:cBhvr>
                                  <p:cTn id="311" dur="810"/>
                                  <p:tgtEl>
                                    <p:spTgt spid="14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41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8229600" y="-1280160"/>
            <a:ext cx="5486400" cy="5486400"/>
          </a:xfrm>
          <a:prstGeom prst="ellipse">
            <a:avLst/>
          </a:prstGeom>
          <a:solidFill>
            <a:srgbClr val="6C8CFF">
              <a:alpha val="2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7498079" y="2377440"/>
            <a:ext cx="6583680" cy="6583680"/>
          </a:xfrm>
          <a:prstGeom prst="ellipse">
            <a:avLst/>
          </a:prstGeom>
          <a:solidFill>
            <a:srgbClr val="FF8FB1">
              <a:alpha val="14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22960" y="1920240"/>
            <a:ext cx="2743200" cy="1463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95000"/>
              </a:lnSpc>
              <a:spcAft>
                <a:spcPts val="400"/>
              </a:spcAft>
            </a:pPr>
            <a:r>
              <a:rPr sz="9600" b="1" i="0">
                <a:solidFill>
                  <a:srgbClr val="6C8CFF"/>
                </a:solidFill>
                <a:latin typeface="Segoe UI"/>
                <a:ea typeface="微软雅黑"/>
                <a:cs typeface="微软雅黑"/>
              </a:rPr>
              <a:t>01</a:t>
            </a:r>
          </a:p>
        </p:txBody>
      </p:sp>
      <p:sp>
        <p:nvSpPr>
          <p:cNvPr id="6" name="Rectangle 5"/>
          <p:cNvSpPr/>
          <p:nvPr/>
        </p:nvSpPr>
        <p:spPr>
          <a:xfrm>
            <a:off x="822960" y="3520440"/>
            <a:ext cx="566928" cy="54864"/>
          </a:xfrm>
          <a:prstGeom prst="rect">
            <a:avLst/>
          </a:prstGeom>
          <a:solidFill>
            <a:srgbClr val="EEF2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22960" y="3703320"/>
            <a:ext cx="868680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3400" b="1" i="0">
                <a:solidFill>
                  <a:srgbClr val="EEF2FF"/>
                </a:solidFill>
                <a:latin typeface="Segoe UI"/>
                <a:ea typeface="微软雅黑"/>
                <a:cs typeface="微软雅黑"/>
              </a:rPr>
              <a:t>总体概览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22960" y="4709160"/>
            <a:ext cx="78638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500" b="0" i="0">
                <a:solidFill>
                  <a:srgbClr val="9AA7CC"/>
                </a:solidFill>
                <a:latin typeface="Segoe UI"/>
                <a:ea typeface="微软雅黑"/>
                <a:cs typeface="微软雅黑"/>
              </a:rPr>
              <a:t>在此输入本章导语 · 一句话点题</a:t>
            </a:r>
          </a:p>
        </p:txBody>
      </p:sp>
      <p:sp>
        <p:nvSpPr>
          <p:cNvPr id="9" name="Rectangle 8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2A355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9AA7CC"/>
                </a:solidFill>
                <a:latin typeface="Segoe UI"/>
                <a:ea typeface="微软雅黑"/>
                <a:cs typeface="微软雅黑"/>
              </a:rPr>
              <a:t>渐变流体  ·  Gradient Flow</a:t>
            </a:r>
          </a:p>
        </p:txBody>
      </p:sp>
    </p:spTree>
  </p:cSld>
  <p:clrMapOvr>
    <a:masterClrMapping/>
  </p:clrMapOvr>
  <p:transition spd="med">
    <p:cover dir="l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5" dur="810" fill="hold" nodeType="clickEffect" grpId="0" presetID="42" presetClass="entr" presetSubtype="10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linds(horizontal)">
                                <p:cBhvr>
                                  <p:cTn id="51" dur="810"/>
                                  <p:tgtEl>
                                    <p:spTgt spid="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7" dur="450" fill="hold" nodeType="afterEffect" grpId="0" presetID="43" presetClass="entr" presetSubtype="0">
                            <p:stCondLst>
                              <p:cond delay="130"/>
                            </p:stCondLst>
                            <p:childTnLst>
                              <p:set>
                                <p:cBhvr>
                                  <p:cTn id="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heckerboard(across)">
                                <p:cBhvr>
                                  <p:cTn id="71" dur="450"/>
                                  <p:tgtEl>
                                    <p:spTgt spid="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9" dur="570" fill="hold" nodeType="afterEffect" grpId="0" presetID="21" presetClass="entr" presetSubtype="2">
                            <p:stCondLst>
                              <p:cond delay="260"/>
                            </p:stCondLst>
                            <p:childTnLst>
                              <p:set>
                                <p:cBhvr>
                                  <p:cTn id="1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2)">
                                <p:cBhvr>
                                  <p:cTn id="91" dur="570"/>
                                  <p:tgtEl>
                                    <p:spTgt spid="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1" dur="690" fill="hold" nodeType="afterEffect" grpId="0" presetID="10" presetClass="entr" presetSubtype="0">
                            <p:stCondLst>
                              <p:cond delay="390"/>
                            </p:stCondLst>
                            <p:childTnLst>
                              <p:set>
                                <p:cBhvr>
                                  <p:cTn id="1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dissolve">
                                <p:cBhvr>
                                  <p:cTn id="111" dur="690"/>
                                  <p:tgtEl>
                                    <p:spTgt spid="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3" dur="810" fill="hold" nodeType="afterEffect" grpId="0" presetID="25" presetClass="entr" presetSubtype="1">
                            <p:stCondLst>
                              <p:cond delay="520"/>
                            </p:stCondLst>
                            <p:childTnLst>
                              <p:set>
                                <p:cBhvr>
                                  <p:cTn id="1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strips(downRight)">
                                <p:cBhvr>
                                  <p:cTn id="131" dur="810"/>
                                  <p:tgtEl>
                                    <p:spTgt spid="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5" dur="450" fill="hold" nodeType="afterEffect" grpId="0" presetID="45" presetClass="entr" presetSubtype="1">
                            <p:stCondLst>
                              <p:cond delay="650"/>
                            </p:stCondLst>
                            <p:childTnLst>
                              <p:set>
                                <p:cBhvr>
                                  <p:cTn id="1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arn(inHorizontal)">
                                <p:cBhvr>
                                  <p:cTn id="151" dur="450"/>
                                  <p:tgtEl>
                                    <p:spTgt spid="8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7" dur="570" fill="hold" nodeType="afterEffect" grpId="0" presetID="22" presetClass="entr" presetSubtype="8">
                            <p:stCondLst>
                              <p:cond delay="780"/>
                            </p:stCondLst>
                            <p:childTnLst>
                              <p:set>
                                <p:cBhvr>
                                  <p:cTn id="1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9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left)">
                                <p:cBhvr>
                                  <p:cTn id="171" dur="570"/>
                                  <p:tgtEl>
                                    <p:spTgt spid="9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9" dur="690" fill="hold" nodeType="afterEffect" grpId="0" presetID="37" presetClass="entr" presetSubtype="0">
                            <p:stCondLst>
                              <p:cond delay="910"/>
                            </p:stCondLst>
                            <p:childTnLst>
                              <p:set>
                                <p:cBhvr>
                                  <p:cTn id="2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0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edge">
                                <p:cBhvr>
                                  <p:cTn id="191" dur="690"/>
                                  <p:tgtEl>
                                    <p:spTgt spid="10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41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66928"/>
            <a:ext cx="7772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1" i="0">
                <a:solidFill>
                  <a:srgbClr val="6C8CFF"/>
                </a:solidFill>
                <a:latin typeface="Segoe UI"/>
                <a:ea typeface="微软雅黑"/>
                <a:cs typeface="微软雅黑"/>
              </a:rPr>
              <a:t>OVERVIEW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868680"/>
            <a:ext cx="106070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EEF2FF"/>
                </a:solidFill>
                <a:latin typeface="Segoe UI"/>
                <a:ea typeface="微软雅黑"/>
                <a:cs typeface="微软雅黑"/>
              </a:rPr>
              <a:t>总体概览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1572768"/>
            <a:ext cx="566928" cy="50292"/>
          </a:xfrm>
          <a:prstGeom prst="rect">
            <a:avLst/>
          </a:prstGeom>
          <a:solidFill>
            <a:srgbClr val="6C8C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22960" y="2057400"/>
            <a:ext cx="91440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200" b="1" i="0">
                <a:solidFill>
                  <a:srgbClr val="6C8CFF"/>
                </a:solidFill>
                <a:latin typeface="Segoe UI"/>
                <a:ea typeface="微软雅黑"/>
                <a:cs typeface="微软雅黑"/>
              </a:rPr>
              <a:t>01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920240" y="2103120"/>
            <a:ext cx="91440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600" b="0" i="0">
                <a:solidFill>
                  <a:srgbClr val="EEF2FF"/>
                </a:solidFill>
                <a:latin typeface="Segoe UI"/>
                <a:ea typeface="微软雅黑"/>
                <a:cs typeface="微软雅黑"/>
              </a:rPr>
              <a:t>在此输入「总体概览」的要点一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1920240" y="2660904"/>
            <a:ext cx="9418320" cy="0"/>
          </a:xfrm>
          <a:prstGeom prst="line">
            <a:avLst/>
          </a:prstGeom>
          <a:ln w="7620">
            <a:solidFill>
              <a:srgbClr val="2A3556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TextBox 8"/>
          <p:cNvSpPr txBox="1"/>
          <p:nvPr/>
        </p:nvSpPr>
        <p:spPr>
          <a:xfrm>
            <a:off x="822960" y="2843784"/>
            <a:ext cx="91440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200" b="1" i="0">
                <a:solidFill>
                  <a:srgbClr val="6C8CFF"/>
                </a:solidFill>
                <a:latin typeface="Segoe UI"/>
                <a:ea typeface="微软雅黑"/>
                <a:cs typeface="微软雅黑"/>
              </a:rPr>
              <a:t>02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920240" y="2889503"/>
            <a:ext cx="91440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600" b="0" i="0">
                <a:solidFill>
                  <a:srgbClr val="EEF2FF"/>
                </a:solidFill>
                <a:latin typeface="Segoe UI"/>
                <a:ea typeface="微软雅黑"/>
                <a:cs typeface="微软雅黑"/>
              </a:rPr>
              <a:t>在此输入「总体概览」的要点二</a:t>
            </a:r>
          </a:p>
        </p:txBody>
      </p:sp>
      <p:cxnSp>
        <p:nvCxnSpPr>
          <p:cNvPr id="11" name="Connector 10"/>
          <p:cNvCxnSpPr/>
          <p:nvPr/>
        </p:nvCxnSpPr>
        <p:spPr>
          <a:xfrm>
            <a:off x="1920240" y="3447288"/>
            <a:ext cx="9418320" cy="0"/>
          </a:xfrm>
          <a:prstGeom prst="line">
            <a:avLst/>
          </a:prstGeom>
          <a:ln w="7620">
            <a:solidFill>
              <a:srgbClr val="2A3556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TextBox 11"/>
          <p:cNvSpPr txBox="1"/>
          <p:nvPr/>
        </p:nvSpPr>
        <p:spPr>
          <a:xfrm>
            <a:off x="822960" y="3630168"/>
            <a:ext cx="91440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200" b="1" i="0">
                <a:solidFill>
                  <a:srgbClr val="6C8CFF"/>
                </a:solidFill>
                <a:latin typeface="Segoe UI"/>
                <a:ea typeface="微软雅黑"/>
                <a:cs typeface="微软雅黑"/>
              </a:rPr>
              <a:t>03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920240" y="3675887"/>
            <a:ext cx="91440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600" b="0" i="0">
                <a:solidFill>
                  <a:srgbClr val="EEF2FF"/>
                </a:solidFill>
                <a:latin typeface="Segoe UI"/>
                <a:ea typeface="微软雅黑"/>
                <a:cs typeface="微软雅黑"/>
              </a:rPr>
              <a:t>在此输入「总体概览」的要点三</a:t>
            </a:r>
          </a:p>
        </p:txBody>
      </p:sp>
      <p:cxnSp>
        <p:nvCxnSpPr>
          <p:cNvPr id="14" name="Connector 13"/>
          <p:cNvCxnSpPr/>
          <p:nvPr/>
        </p:nvCxnSpPr>
        <p:spPr>
          <a:xfrm>
            <a:off x="1920240" y="4233672"/>
            <a:ext cx="9418320" cy="0"/>
          </a:xfrm>
          <a:prstGeom prst="line">
            <a:avLst/>
          </a:prstGeom>
          <a:ln w="7620">
            <a:solidFill>
              <a:srgbClr val="2A3556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TextBox 14"/>
          <p:cNvSpPr txBox="1"/>
          <p:nvPr/>
        </p:nvSpPr>
        <p:spPr>
          <a:xfrm>
            <a:off x="822960" y="4416552"/>
            <a:ext cx="91440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200" b="1" i="0">
                <a:solidFill>
                  <a:srgbClr val="6C8CFF"/>
                </a:solidFill>
                <a:latin typeface="Segoe UI"/>
                <a:ea typeface="微软雅黑"/>
                <a:cs typeface="微软雅黑"/>
              </a:rPr>
              <a:t>04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920240" y="4462272"/>
            <a:ext cx="91440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600" b="0" i="0">
                <a:solidFill>
                  <a:srgbClr val="EEF2FF"/>
                </a:solidFill>
                <a:latin typeface="Segoe UI"/>
                <a:ea typeface="微软雅黑"/>
                <a:cs typeface="微软雅黑"/>
              </a:rPr>
              <a:t>在此输入「总体概览」的要点四</a:t>
            </a:r>
          </a:p>
        </p:txBody>
      </p:sp>
      <p:cxnSp>
        <p:nvCxnSpPr>
          <p:cNvPr id="17" name="Connector 16"/>
          <p:cNvCxnSpPr/>
          <p:nvPr/>
        </p:nvCxnSpPr>
        <p:spPr>
          <a:xfrm>
            <a:off x="1920240" y="5020056"/>
            <a:ext cx="9418320" cy="0"/>
          </a:xfrm>
          <a:prstGeom prst="line">
            <a:avLst/>
          </a:prstGeom>
          <a:ln w="7620">
            <a:solidFill>
              <a:srgbClr val="2A3556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Rectangle 17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2A355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9AA7CC"/>
                </a:solidFill>
                <a:latin typeface="Segoe UI"/>
                <a:ea typeface="微软雅黑"/>
                <a:cs typeface="微软雅黑"/>
              </a:rPr>
              <a:t>渐变流体  ·  Gradient Flow</a:t>
            </a:r>
          </a:p>
        </p:txBody>
      </p:sp>
    </p:spTree>
  </p:cSld>
  <p:clrMapOvr>
    <a:masterClrMapping/>
  </p:clrMapOvr>
  <p:transition spd="med">
    <p:checker dir="across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5" dur="450" fill="hold" nodeType="clickEffect" grpId="0" presetID="43" presetClass="entr" presetSubtype="0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heckerboard(across)">
                                <p:cBhvr>
                                  <p:cTn id="51" dur="450"/>
                                  <p:tgtEl>
                                    <p:spTgt spid="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7" dur="570" fill="hold" nodeType="afterEffect" grpId="0" presetID="21" presetClass="entr" presetSubtype="2">
                            <p:stCondLst>
                              <p:cond delay="130"/>
                            </p:stCondLst>
                            <p:childTnLst>
                              <p:set>
                                <p:cBhvr>
                                  <p:cTn id="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2)">
                                <p:cBhvr>
                                  <p:cTn id="71" dur="570"/>
                                  <p:tgtEl>
                                    <p:spTgt spid="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9" dur="690" fill="hold" nodeType="afterEffect" grpId="0" presetID="10" presetClass="entr" presetSubtype="0">
                            <p:stCondLst>
                              <p:cond delay="260"/>
                            </p:stCondLst>
                            <p:childTnLst>
                              <p:set>
                                <p:cBhvr>
                                  <p:cTn id="1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dissolve">
                                <p:cBhvr>
                                  <p:cTn id="91" dur="690"/>
                                  <p:tgtEl>
                                    <p:spTgt spid="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1" dur="810" fill="hold" nodeType="afterEffect" grpId="0" presetID="25" presetClass="entr" presetSubtype="1">
                            <p:stCondLst>
                              <p:cond delay="390"/>
                            </p:stCondLst>
                            <p:childTnLst>
                              <p:set>
                                <p:cBhvr>
                                  <p:cTn id="1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strips(downRight)">
                                <p:cBhvr>
                                  <p:cTn id="111" dur="810"/>
                                  <p:tgtEl>
                                    <p:spTgt spid="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3" dur="450" fill="hold" nodeType="afterEffect" grpId="0" presetID="45" presetClass="entr" presetSubtype="1">
                            <p:stCondLst>
                              <p:cond delay="520"/>
                            </p:stCondLst>
                            <p:childTnLst>
                              <p:set>
                                <p:cBhvr>
                                  <p:cTn id="1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arn(inHorizontal)">
                                <p:cBhvr>
                                  <p:cTn id="131" dur="450"/>
                                  <p:tgtEl>
                                    <p:spTgt spid="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5" dur="570" fill="hold" nodeType="afterEffect" grpId="0" presetID="22" presetClass="entr" presetSubtype="8">
                            <p:stCondLst>
                              <p:cond delay="650"/>
                            </p:stCondLst>
                            <p:childTnLst>
                              <p:set>
                                <p:cBhvr>
                                  <p:cTn id="1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left)">
                                <p:cBhvr>
                                  <p:cTn id="151" dur="570"/>
                                  <p:tgtEl>
                                    <p:spTgt spid="8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7" dur="690" fill="hold" nodeType="afterEffect" grpId="0" presetID="37" presetClass="entr" presetSubtype="0">
                            <p:stCondLst>
                              <p:cond delay="780"/>
                            </p:stCondLst>
                            <p:childTnLst>
                              <p:set>
                                <p:cBhvr>
                                  <p:cTn id="1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9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edge">
                                <p:cBhvr>
                                  <p:cTn id="171" dur="690"/>
                                  <p:tgtEl>
                                    <p:spTgt spid="9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9" dur="810" fill="hold" nodeType="afterEffect" grpId="0" presetID="52" presetClass="entr" presetSubtype="0">
                            <p:stCondLst>
                              <p:cond delay="910"/>
                            </p:stCondLst>
                            <p:childTnLst>
                              <p:set>
                                <p:cBhvr>
                                  <p:cTn id="2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0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randombar(horizontal)">
                                <p:cBhvr>
                                  <p:cTn id="191" dur="810"/>
                                  <p:tgtEl>
                                    <p:spTgt spid="10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1" dur="450" fill="hold" nodeType="afterEffect" grpId="0" presetID="21" presetClass="entr" presetSubtype="1">
                            <p:stCondLst>
                              <p:cond delay="1040"/>
                            </p:stCondLst>
                            <p:childTnLst>
                              <p:set>
                                <p:cBhvr>
                                  <p:cTn id="2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1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1)">
                                <p:cBhvr>
                                  <p:cTn id="211" dur="450"/>
                                  <p:tgtEl>
                                    <p:spTgt spid="11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3" dur="570" fill="hold" nodeType="afterEffect" grpId="0" presetID="22" presetClass="entr" presetSubtype="4">
                            <p:stCondLst>
                              <p:cond delay="1170"/>
                            </p:stCondLst>
                            <p:childTnLst>
                              <p:set>
                                <p:cBhvr>
                                  <p:cTn id="2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2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down)">
                                <p:cBhvr>
                                  <p:cTn id="231" dur="570"/>
                                  <p:tgtEl>
                                    <p:spTgt spid="12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5" dur="690" fill="hold" nodeType="afterEffect" grpId="0" presetID="9" presetClass="entr" presetSubtype="0">
                            <p:stCondLst>
                              <p:cond delay="1300"/>
                            </p:stCondLst>
                            <p:childTnLst>
                              <p:set>
                                <p:cBhvr>
                                  <p:cTn id="2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251" dur="690"/>
                                  <p:tgtEl>
                                    <p:spTgt spid="1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7" dur="810" fill="hold" nodeType="afterEffect" grpId="0" presetID="22" presetClass="entr" presetSubtype="2">
                            <p:stCondLst>
                              <p:cond delay="1430"/>
                            </p:stCondLst>
                            <p:childTnLst>
                              <p:set>
                                <p:cBhvr>
                                  <p:cTn id="2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right)">
                                <p:cBhvr>
                                  <p:cTn id="271" dur="810"/>
                                  <p:tgtEl>
                                    <p:spTgt spid="1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9" dur="450" fill="hold" nodeType="afterEffect" grpId="0" presetID="18" presetClass="entr" presetSubtype="12">
                            <p:stCondLst>
                              <p:cond delay="1560"/>
                            </p:stCondLst>
                            <p:childTnLst>
                              <p:set>
                                <p:cBhvr>
                                  <p:cTn id="3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ircle(in)">
                                <p:cBhvr>
                                  <p:cTn id="291" dur="450"/>
                                  <p:tgtEl>
                                    <p:spTgt spid="1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31" dur="570" fill="hold" nodeType="afterEffect" grpId="0" presetID="22" presetClass="entr" presetSubtype="1">
                            <p:stCondLst>
                              <p:cond delay="1690"/>
                            </p:stCondLst>
                            <p:childTnLst>
                              <p:set>
                                <p:cBhvr>
                                  <p:cTn id="3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up)">
                                <p:cBhvr>
                                  <p:cTn id="311" dur="570"/>
                                  <p:tgtEl>
                                    <p:spTgt spid="16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41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66928"/>
            <a:ext cx="7772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1" i="0">
                <a:solidFill>
                  <a:srgbClr val="6C8CFF"/>
                </a:solidFill>
                <a:latin typeface="Segoe UI"/>
                <a:ea typeface="微软雅黑"/>
                <a:cs typeface="微软雅黑"/>
              </a:rPr>
              <a:t>KEY POINTS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868680"/>
            <a:ext cx="106070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EEF2FF"/>
                </a:solidFill>
                <a:latin typeface="Segoe UI"/>
                <a:ea typeface="微软雅黑"/>
                <a:cs typeface="微软雅黑"/>
              </a:rPr>
              <a:t>关键指标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1572768"/>
            <a:ext cx="566928" cy="50292"/>
          </a:xfrm>
          <a:prstGeom prst="rect">
            <a:avLst/>
          </a:prstGeom>
          <a:solidFill>
            <a:srgbClr val="6C8C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822960" y="2103120"/>
            <a:ext cx="5029200" cy="3840480"/>
          </a:xfrm>
          <a:prstGeom prst="roundRect">
            <a:avLst>
              <a:gd name="adj" fmla="val 18000"/>
            </a:avLst>
          </a:prstGeom>
          <a:solidFill>
            <a:srgbClr val="1E2740"/>
          </a:solidFill>
          <a:ln w="9525">
            <a:solidFill>
              <a:srgbClr val="2A355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822960" y="2103120"/>
            <a:ext cx="5029200" cy="109728"/>
          </a:xfrm>
          <a:prstGeom prst="rect">
            <a:avLst/>
          </a:prstGeom>
          <a:solidFill>
            <a:srgbClr val="6C8C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188720" y="2377440"/>
            <a:ext cx="429768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800" b="1" i="0">
                <a:solidFill>
                  <a:srgbClr val="EEF2FF"/>
                </a:solidFill>
                <a:latin typeface="Segoe UI"/>
                <a:ea typeface="微软雅黑"/>
                <a:cs typeface="微软雅黑"/>
              </a:rPr>
              <a:t>A · 总体概览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88720" y="3063240"/>
            <a:ext cx="4297680" cy="2651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1100"/>
              </a:spcAft>
            </a:pPr>
            <a:r>
              <a:rPr sz="1014">
                <a:solidFill>
                  <a:srgbClr val="6C8CFF"/>
                </a:solidFill>
                <a:latin typeface="Segoe UI"/>
                <a:ea typeface="微软雅黑"/>
                <a:cs typeface="微软雅黑"/>
              </a:rPr>
              <a:t>●  </a:t>
            </a:r>
            <a:r>
              <a:rPr sz="1450">
                <a:solidFill>
                  <a:srgbClr val="9AA7CC"/>
                </a:solidFill>
                <a:latin typeface="Segoe UI"/>
                <a:ea typeface="微软雅黑"/>
                <a:cs typeface="微软雅黑"/>
              </a:rPr>
              <a:t>在此输入要点一</a:t>
            </a:r>
          </a:p>
          <a:p>
            <a:pPr>
              <a:lnSpc>
                <a:spcPct val="115000"/>
              </a:lnSpc>
              <a:spcAft>
                <a:spcPts val="1100"/>
              </a:spcAft>
            </a:pPr>
            <a:r>
              <a:rPr sz="1014">
                <a:solidFill>
                  <a:srgbClr val="6C8CFF"/>
                </a:solidFill>
                <a:latin typeface="Segoe UI"/>
                <a:ea typeface="微软雅黑"/>
                <a:cs typeface="微软雅黑"/>
              </a:rPr>
              <a:t>●  </a:t>
            </a:r>
            <a:r>
              <a:rPr sz="1450">
                <a:solidFill>
                  <a:srgbClr val="9AA7CC"/>
                </a:solidFill>
                <a:latin typeface="Segoe UI"/>
                <a:ea typeface="微软雅黑"/>
                <a:cs typeface="微软雅黑"/>
              </a:rPr>
              <a:t>在此输入要点二</a:t>
            </a:r>
          </a:p>
          <a:p>
            <a:pPr>
              <a:lnSpc>
                <a:spcPct val="115000"/>
              </a:lnSpc>
              <a:spcAft>
                <a:spcPts val="1100"/>
              </a:spcAft>
            </a:pPr>
            <a:r>
              <a:rPr sz="1014">
                <a:solidFill>
                  <a:srgbClr val="6C8CFF"/>
                </a:solidFill>
                <a:latin typeface="Segoe UI"/>
                <a:ea typeface="微软雅黑"/>
                <a:cs typeface="微软雅黑"/>
              </a:rPr>
              <a:t>●  </a:t>
            </a:r>
            <a:r>
              <a:rPr sz="1450">
                <a:solidFill>
                  <a:srgbClr val="9AA7CC"/>
                </a:solidFill>
                <a:latin typeface="Segoe UI"/>
                <a:ea typeface="微软雅黑"/>
                <a:cs typeface="微软雅黑"/>
              </a:rPr>
              <a:t>在此输入要点三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355080" y="2103120"/>
            <a:ext cx="5029200" cy="3840480"/>
          </a:xfrm>
          <a:prstGeom prst="roundRect">
            <a:avLst>
              <a:gd name="adj" fmla="val 18000"/>
            </a:avLst>
          </a:prstGeom>
          <a:solidFill>
            <a:srgbClr val="1E2740"/>
          </a:solidFill>
          <a:ln w="9525">
            <a:solidFill>
              <a:srgbClr val="2A355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6355080" y="2103120"/>
            <a:ext cx="5029200" cy="109728"/>
          </a:xfrm>
          <a:prstGeom prst="rect">
            <a:avLst/>
          </a:prstGeom>
          <a:solidFill>
            <a:srgbClr val="FF8FB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720840" y="2377440"/>
            <a:ext cx="429768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800" b="1" i="0">
                <a:solidFill>
                  <a:srgbClr val="EEF2FF"/>
                </a:solidFill>
                <a:latin typeface="Segoe UI"/>
                <a:ea typeface="微软雅黑"/>
                <a:cs typeface="微软雅黑"/>
              </a:rPr>
              <a:t>B · 关键指标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720840" y="3063240"/>
            <a:ext cx="4297680" cy="2651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1100"/>
              </a:spcAft>
            </a:pPr>
            <a:r>
              <a:rPr sz="1014">
                <a:solidFill>
                  <a:srgbClr val="FF8FB1"/>
                </a:solidFill>
                <a:latin typeface="Segoe UI"/>
                <a:ea typeface="微软雅黑"/>
                <a:cs typeface="微软雅黑"/>
              </a:rPr>
              <a:t>●  </a:t>
            </a:r>
            <a:r>
              <a:rPr sz="1450">
                <a:solidFill>
                  <a:srgbClr val="9AA7CC"/>
                </a:solidFill>
                <a:latin typeface="Segoe UI"/>
                <a:ea typeface="微软雅黑"/>
                <a:cs typeface="微软雅黑"/>
              </a:rPr>
              <a:t>在此输入要点一</a:t>
            </a:r>
          </a:p>
          <a:p>
            <a:pPr>
              <a:lnSpc>
                <a:spcPct val="115000"/>
              </a:lnSpc>
              <a:spcAft>
                <a:spcPts val="1100"/>
              </a:spcAft>
            </a:pPr>
            <a:r>
              <a:rPr sz="1014">
                <a:solidFill>
                  <a:srgbClr val="FF8FB1"/>
                </a:solidFill>
                <a:latin typeface="Segoe UI"/>
                <a:ea typeface="微软雅黑"/>
                <a:cs typeface="微软雅黑"/>
              </a:rPr>
              <a:t>●  </a:t>
            </a:r>
            <a:r>
              <a:rPr sz="1450">
                <a:solidFill>
                  <a:srgbClr val="9AA7CC"/>
                </a:solidFill>
                <a:latin typeface="Segoe UI"/>
                <a:ea typeface="微软雅黑"/>
                <a:cs typeface="微软雅黑"/>
              </a:rPr>
              <a:t>在此输入要点二</a:t>
            </a:r>
          </a:p>
          <a:p>
            <a:pPr>
              <a:lnSpc>
                <a:spcPct val="115000"/>
              </a:lnSpc>
              <a:spcAft>
                <a:spcPts val="1100"/>
              </a:spcAft>
            </a:pPr>
            <a:r>
              <a:rPr sz="1014">
                <a:solidFill>
                  <a:srgbClr val="FF8FB1"/>
                </a:solidFill>
                <a:latin typeface="Segoe UI"/>
                <a:ea typeface="微软雅黑"/>
                <a:cs typeface="微软雅黑"/>
              </a:rPr>
              <a:t>●  </a:t>
            </a:r>
            <a:r>
              <a:rPr sz="1450">
                <a:solidFill>
                  <a:srgbClr val="9AA7CC"/>
                </a:solidFill>
                <a:latin typeface="Segoe UI"/>
                <a:ea typeface="微软雅黑"/>
                <a:cs typeface="微软雅黑"/>
              </a:rPr>
              <a:t>在此输入要点三</a:t>
            </a:r>
          </a:p>
        </p:txBody>
      </p:sp>
      <p:sp>
        <p:nvSpPr>
          <p:cNvPr id="14" name="Oval 13"/>
          <p:cNvSpPr/>
          <p:nvPr/>
        </p:nvSpPr>
        <p:spPr>
          <a:xfrm>
            <a:off x="5711799" y="3703320"/>
            <a:ext cx="768096" cy="768096"/>
          </a:xfrm>
          <a:prstGeom prst="ellipse">
            <a:avLst/>
          </a:prstGeom>
          <a:solidFill>
            <a:srgbClr val="EEF2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711799" y="3703320"/>
            <a:ext cx="768096" cy="7680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400" b="1" i="0">
                <a:solidFill>
                  <a:srgbClr val="141A2E"/>
                </a:solidFill>
                <a:latin typeface="Segoe UI"/>
                <a:ea typeface="微软雅黑"/>
                <a:cs typeface="微软雅黑"/>
              </a:rPr>
              <a:t>VS</a:t>
            </a:r>
          </a:p>
        </p:txBody>
      </p:sp>
      <p:sp>
        <p:nvSpPr>
          <p:cNvPr id="16" name="Rectangle 15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2A355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9AA7CC"/>
                </a:solidFill>
                <a:latin typeface="Segoe UI"/>
                <a:ea typeface="微软雅黑"/>
                <a:cs typeface="微软雅黑"/>
              </a:rPr>
              <a:t>渐变流体  ·  Gradient Flow</a:t>
            </a:r>
          </a:p>
        </p:txBody>
      </p:sp>
    </p:spTree>
  </p:cSld>
  <p:clrMapOvr>
    <a:masterClrMapping/>
  </p:clrMapOvr>
  <p:transition spd="med">
    <p:newsflash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5" dur="570" fill="hold" nodeType="clickEffect" grpId="0" presetID="21" presetClass="entr" presetSubtype="2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2)">
                                <p:cBhvr>
                                  <p:cTn id="51" dur="570"/>
                                  <p:tgtEl>
                                    <p:spTgt spid="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7" dur="690" fill="hold" nodeType="afterEffect" grpId="0" presetID="10" presetClass="entr" presetSubtype="0">
                            <p:stCondLst>
                              <p:cond delay="130"/>
                            </p:stCondLst>
                            <p:childTnLst>
                              <p:set>
                                <p:cBhvr>
                                  <p:cTn id="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dissolve">
                                <p:cBhvr>
                                  <p:cTn id="71" dur="690"/>
                                  <p:tgtEl>
                                    <p:spTgt spid="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9" dur="810" fill="hold" nodeType="afterEffect" grpId="0" presetID="25" presetClass="entr" presetSubtype="1">
                            <p:stCondLst>
                              <p:cond delay="260"/>
                            </p:stCondLst>
                            <p:childTnLst>
                              <p:set>
                                <p:cBhvr>
                                  <p:cTn id="1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strips(downRight)">
                                <p:cBhvr>
                                  <p:cTn id="91" dur="810"/>
                                  <p:tgtEl>
                                    <p:spTgt spid="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1" dur="450" fill="hold" nodeType="afterEffect" grpId="0" presetID="45" presetClass="entr" presetSubtype="1">
                            <p:stCondLst>
                              <p:cond delay="390"/>
                            </p:stCondLst>
                            <p:childTnLst>
                              <p:set>
                                <p:cBhvr>
                                  <p:cTn id="1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arn(inHorizontal)">
                                <p:cBhvr>
                                  <p:cTn id="111" dur="450"/>
                                  <p:tgtEl>
                                    <p:spTgt spid="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3" dur="570" fill="hold" nodeType="afterEffect" grpId="0" presetID="22" presetClass="entr" presetSubtype="8">
                            <p:stCondLst>
                              <p:cond delay="520"/>
                            </p:stCondLst>
                            <p:childTnLst>
                              <p:set>
                                <p:cBhvr>
                                  <p:cTn id="1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left)">
                                <p:cBhvr>
                                  <p:cTn id="131" dur="570"/>
                                  <p:tgtEl>
                                    <p:spTgt spid="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5" dur="690" fill="hold" nodeType="afterEffect" grpId="0" presetID="37" presetClass="entr" presetSubtype="0">
                            <p:stCondLst>
                              <p:cond delay="650"/>
                            </p:stCondLst>
                            <p:childTnLst>
                              <p:set>
                                <p:cBhvr>
                                  <p:cTn id="1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0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edge">
                                <p:cBhvr>
                                  <p:cTn id="151" dur="690"/>
                                  <p:tgtEl>
                                    <p:spTgt spid="10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7" dur="810" fill="hold" nodeType="afterEffect" grpId="0" presetID="52" presetClass="entr" presetSubtype="0">
                            <p:stCondLst>
                              <p:cond delay="780"/>
                            </p:stCondLst>
                            <p:childTnLst>
                              <p:set>
                                <p:cBhvr>
                                  <p:cTn id="1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1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randombar(horizontal)">
                                <p:cBhvr>
                                  <p:cTn id="171" dur="810"/>
                                  <p:tgtEl>
                                    <p:spTgt spid="11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9" dur="450" fill="hold" nodeType="afterEffect" grpId="0" presetID="21" presetClass="entr" presetSubtype="1">
                            <p:stCondLst>
                              <p:cond delay="910"/>
                            </p:stCondLst>
                            <p:childTnLst>
                              <p:set>
                                <p:cBhvr>
                                  <p:cTn id="2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1)">
                                <p:cBhvr>
                                  <p:cTn id="191" dur="450"/>
                                  <p:tgtEl>
                                    <p:spTgt spid="8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1" dur="570" fill="hold" nodeType="afterEffect" grpId="0" presetID="22" presetClass="entr" presetSubtype="4">
                            <p:stCondLst>
                              <p:cond delay="1040"/>
                            </p:stCondLst>
                            <p:childTnLst>
                              <p:set>
                                <p:cBhvr>
                                  <p:cTn id="2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2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down)">
                                <p:cBhvr>
                                  <p:cTn id="211" dur="570"/>
                                  <p:tgtEl>
                                    <p:spTgt spid="12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3" dur="690" fill="hold" nodeType="afterEffect" grpId="0" presetID="9" presetClass="entr" presetSubtype="0">
                            <p:stCondLst>
                              <p:cond delay="1170"/>
                            </p:stCondLst>
                            <p:childTnLst>
                              <p:set>
                                <p:cBhvr>
                                  <p:cTn id="2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9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231" dur="690"/>
                                  <p:tgtEl>
                                    <p:spTgt spid="9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5" dur="810" fill="hold" nodeType="afterEffect" grpId="0" presetID="22" presetClass="entr" presetSubtype="2">
                            <p:stCondLst>
                              <p:cond delay="1300"/>
                            </p:stCondLst>
                            <p:childTnLst>
                              <p:set>
                                <p:cBhvr>
                                  <p:cTn id="2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right)">
                                <p:cBhvr>
                                  <p:cTn id="251" dur="810"/>
                                  <p:tgtEl>
                                    <p:spTgt spid="1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7" dur="450" fill="hold" nodeType="afterEffect" grpId="0" presetID="18" presetClass="entr" presetSubtype="12">
                            <p:stCondLst>
                              <p:cond delay="1430"/>
                            </p:stCondLst>
                            <p:childTnLst>
                              <p:set>
                                <p:cBhvr>
                                  <p:cTn id="2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ircle(in)">
                                <p:cBhvr>
                                  <p:cTn id="271" dur="450"/>
                                  <p:tgtEl>
                                    <p:spTgt spid="1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9" dur="570" fill="hold" nodeType="afterEffect" grpId="0" presetID="22" presetClass="entr" presetSubtype="1">
                            <p:stCondLst>
                              <p:cond delay="1560"/>
                            </p:stCondLst>
                            <p:childTnLst>
                              <p:set>
                                <p:cBhvr>
                                  <p:cTn id="3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up)">
                                <p:cBhvr>
                                  <p:cTn id="291" dur="570"/>
                                  <p:tgtEl>
                                    <p:spTgt spid="1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31" dur="690" fill="hold" nodeType="afterEffect" grpId="0" presetID="42" presetClass="entr" presetSubtype="10">
                            <p:stCondLst>
                              <p:cond delay="1690"/>
                            </p:stCondLst>
                            <p:childTnLst>
                              <p:set>
                                <p:cBhvr>
                                  <p:cTn id="3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linds(horizontal)">
                                <p:cBhvr>
                                  <p:cTn id="311" dur="690"/>
                                  <p:tgtEl>
                                    <p:spTgt spid="16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41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66928"/>
            <a:ext cx="7772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1" i="0">
                <a:solidFill>
                  <a:srgbClr val="6C8CFF"/>
                </a:solidFill>
                <a:latin typeface="Segoe UI"/>
                <a:ea typeface="微软雅黑"/>
                <a:cs typeface="微软雅黑"/>
              </a:rPr>
              <a:t>METRICS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868680"/>
            <a:ext cx="106070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EEF2FF"/>
                </a:solidFill>
                <a:latin typeface="Segoe UI"/>
                <a:ea typeface="微软雅黑"/>
                <a:cs typeface="微软雅黑"/>
              </a:rPr>
              <a:t>关键数据一览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1572768"/>
            <a:ext cx="566928" cy="50292"/>
          </a:xfrm>
          <a:prstGeom prst="rect">
            <a:avLst/>
          </a:prstGeom>
          <a:solidFill>
            <a:srgbClr val="6C8C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822960" y="2103120"/>
            <a:ext cx="2430703" cy="3886200"/>
          </a:xfrm>
          <a:prstGeom prst="roundRect">
            <a:avLst>
              <a:gd name="adj" fmla="val 18000"/>
            </a:avLst>
          </a:prstGeom>
          <a:solidFill>
            <a:srgbClr val="1E2740"/>
          </a:solidFill>
          <a:ln w="9525">
            <a:solidFill>
              <a:srgbClr val="2A355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1143000" y="2468879"/>
            <a:ext cx="457200" cy="54864"/>
          </a:xfrm>
          <a:prstGeom prst="rect">
            <a:avLst/>
          </a:prstGeom>
          <a:solidFill>
            <a:srgbClr val="6C8C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143000" y="2651760"/>
            <a:ext cx="1790623" cy="1554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6C8CFF"/>
                </a:solidFill>
                <a:latin typeface="Segoe UI"/>
                <a:ea typeface="微软雅黑"/>
                <a:cs typeface="微软雅黑"/>
              </a:rPr>
              <a:t>00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43000" y="4590288"/>
            <a:ext cx="1790623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400" b="1" i="0">
                <a:solidFill>
                  <a:srgbClr val="EEF2FF"/>
                </a:solidFill>
                <a:latin typeface="Segoe UI"/>
                <a:ea typeface="微软雅黑"/>
                <a:cs typeface="微软雅黑"/>
              </a:rPr>
              <a:t>指标一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43000" y="5212080"/>
            <a:ext cx="1790623" cy="11658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00" b="0" i="0">
                <a:solidFill>
                  <a:srgbClr val="9AA7CC"/>
                </a:solidFill>
                <a:latin typeface="Segoe UI"/>
                <a:ea typeface="微软雅黑"/>
                <a:cs typeface="微软雅黑"/>
              </a:rPr>
              <a:t>在此输入说明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3527983" y="2103120"/>
            <a:ext cx="2430703" cy="3886200"/>
          </a:xfrm>
          <a:prstGeom prst="roundRect">
            <a:avLst>
              <a:gd name="adj" fmla="val 18000"/>
            </a:avLst>
          </a:prstGeom>
          <a:solidFill>
            <a:srgbClr val="1E2740"/>
          </a:solidFill>
          <a:ln w="9525">
            <a:solidFill>
              <a:srgbClr val="2A355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3848023" y="2468879"/>
            <a:ext cx="457200" cy="54864"/>
          </a:xfrm>
          <a:prstGeom prst="rect">
            <a:avLst/>
          </a:prstGeom>
          <a:solidFill>
            <a:srgbClr val="6C8C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3848023" y="2651760"/>
            <a:ext cx="1790623" cy="1554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6C8CFF"/>
                </a:solidFill>
                <a:latin typeface="Segoe UI"/>
                <a:ea typeface="微软雅黑"/>
                <a:cs typeface="微软雅黑"/>
              </a:rPr>
              <a:t>00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848023" y="4590288"/>
            <a:ext cx="1790623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400" b="1" i="0">
                <a:solidFill>
                  <a:srgbClr val="EEF2FF"/>
                </a:solidFill>
                <a:latin typeface="Segoe UI"/>
                <a:ea typeface="微软雅黑"/>
                <a:cs typeface="微软雅黑"/>
              </a:rPr>
              <a:t>指标二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848023" y="5212080"/>
            <a:ext cx="1790623" cy="11658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00" b="0" i="0">
                <a:solidFill>
                  <a:srgbClr val="9AA7CC"/>
                </a:solidFill>
                <a:latin typeface="Segoe UI"/>
                <a:ea typeface="微软雅黑"/>
                <a:cs typeface="微软雅黑"/>
              </a:rPr>
              <a:t>在此输入说明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233007" y="2103120"/>
            <a:ext cx="2430703" cy="3886200"/>
          </a:xfrm>
          <a:prstGeom prst="roundRect">
            <a:avLst>
              <a:gd name="adj" fmla="val 18000"/>
            </a:avLst>
          </a:prstGeom>
          <a:solidFill>
            <a:srgbClr val="1E2740"/>
          </a:solidFill>
          <a:ln w="9525">
            <a:solidFill>
              <a:srgbClr val="2A355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6553047" y="2468879"/>
            <a:ext cx="457200" cy="54864"/>
          </a:xfrm>
          <a:prstGeom prst="rect">
            <a:avLst/>
          </a:prstGeom>
          <a:solidFill>
            <a:srgbClr val="6C8C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553047" y="2651760"/>
            <a:ext cx="1790623" cy="1554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6C8CFF"/>
                </a:solidFill>
                <a:latin typeface="Segoe UI"/>
                <a:ea typeface="微软雅黑"/>
                <a:cs typeface="微软雅黑"/>
              </a:rPr>
              <a:t>00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553047" y="4590288"/>
            <a:ext cx="1790623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400" b="1" i="0">
                <a:solidFill>
                  <a:srgbClr val="EEF2FF"/>
                </a:solidFill>
                <a:latin typeface="Segoe UI"/>
                <a:ea typeface="微软雅黑"/>
                <a:cs typeface="微软雅黑"/>
              </a:rPr>
              <a:t>指标三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553047" y="5212080"/>
            <a:ext cx="1790623" cy="11658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00" b="0" i="0">
                <a:solidFill>
                  <a:srgbClr val="9AA7CC"/>
                </a:solidFill>
                <a:latin typeface="Segoe UI"/>
                <a:ea typeface="微软雅黑"/>
                <a:cs typeface="微软雅黑"/>
              </a:rPr>
              <a:t>在此输入说明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8938031" y="2103120"/>
            <a:ext cx="2430703" cy="3886200"/>
          </a:xfrm>
          <a:prstGeom prst="roundRect">
            <a:avLst>
              <a:gd name="adj" fmla="val 18000"/>
            </a:avLst>
          </a:prstGeom>
          <a:solidFill>
            <a:srgbClr val="1E2740"/>
          </a:solidFill>
          <a:ln w="9525">
            <a:solidFill>
              <a:srgbClr val="2A355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9258071" y="2468879"/>
            <a:ext cx="457200" cy="54864"/>
          </a:xfrm>
          <a:prstGeom prst="rect">
            <a:avLst/>
          </a:prstGeom>
          <a:solidFill>
            <a:srgbClr val="6C8C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9258071" y="2651760"/>
            <a:ext cx="1790623" cy="1554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6C8CFF"/>
                </a:solidFill>
                <a:latin typeface="Segoe UI"/>
                <a:ea typeface="微软雅黑"/>
                <a:cs typeface="微软雅黑"/>
              </a:rPr>
              <a:t>00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9258071" y="4590288"/>
            <a:ext cx="1790623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400" b="1" i="0">
                <a:solidFill>
                  <a:srgbClr val="EEF2FF"/>
                </a:solidFill>
                <a:latin typeface="Segoe UI"/>
                <a:ea typeface="微软雅黑"/>
                <a:cs typeface="微软雅黑"/>
              </a:rPr>
              <a:t>指标四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9258071" y="5212080"/>
            <a:ext cx="1790623" cy="11658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00" b="0" i="0">
                <a:solidFill>
                  <a:srgbClr val="9AA7CC"/>
                </a:solidFill>
                <a:latin typeface="Segoe UI"/>
                <a:ea typeface="微软雅黑"/>
                <a:cs typeface="微软雅黑"/>
              </a:rPr>
              <a:t>在此输入说明</a:t>
            </a:r>
          </a:p>
        </p:txBody>
      </p:sp>
      <p:sp>
        <p:nvSpPr>
          <p:cNvPr id="26" name="Rectangle 25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2A355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9AA7CC"/>
                </a:solidFill>
                <a:latin typeface="Segoe UI"/>
                <a:ea typeface="微软雅黑"/>
                <a:cs typeface="微软雅黑"/>
              </a:rPr>
              <a:t>渐变流体  ·  Gradient Flow</a:t>
            </a:r>
          </a:p>
        </p:txBody>
      </p:sp>
    </p:spTree>
  </p:cSld>
  <p:clrMapOvr>
    <a:masterClrMapping/>
  </p:clrMapOvr>
  <p:transition spd="med">
    <p:push dir="u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5" dur="690" fill="hold" nodeType="clickEffect" grpId="0" presetID="10" presetClass="entr" presetSubtype="0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dissolve">
                                <p:cBhvr>
                                  <p:cTn id="51" dur="690"/>
                                  <p:tgtEl>
                                    <p:spTgt spid="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7" dur="810" fill="hold" nodeType="afterEffect" grpId="0" presetID="25" presetClass="entr" presetSubtype="1">
                            <p:stCondLst>
                              <p:cond delay="130"/>
                            </p:stCondLst>
                            <p:childTnLst>
                              <p:set>
                                <p:cBhvr>
                                  <p:cTn id="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strips(downRight)">
                                <p:cBhvr>
                                  <p:cTn id="71" dur="810"/>
                                  <p:tgtEl>
                                    <p:spTgt spid="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9" dur="450" fill="hold" nodeType="afterEffect" grpId="0" presetID="45" presetClass="entr" presetSubtype="1">
                            <p:stCondLst>
                              <p:cond delay="260"/>
                            </p:stCondLst>
                            <p:childTnLst>
                              <p:set>
                                <p:cBhvr>
                                  <p:cTn id="1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arn(inHorizontal)">
                                <p:cBhvr>
                                  <p:cTn id="91" dur="450"/>
                                  <p:tgtEl>
                                    <p:spTgt spid="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1" dur="570" fill="hold" nodeType="afterEffect" grpId="0" presetID="22" presetClass="entr" presetSubtype="8">
                            <p:stCondLst>
                              <p:cond delay="390"/>
                            </p:stCondLst>
                            <p:childTnLst>
                              <p:set>
                                <p:cBhvr>
                                  <p:cTn id="1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left)">
                                <p:cBhvr>
                                  <p:cTn id="111" dur="570"/>
                                  <p:tgtEl>
                                    <p:spTgt spid="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3" dur="690" fill="hold" nodeType="afterEffect" grpId="0" presetID="37" presetClass="entr" presetSubtype="0">
                            <p:stCondLst>
                              <p:cond delay="520"/>
                            </p:stCondLst>
                            <p:childTnLst>
                              <p:set>
                                <p:cBhvr>
                                  <p:cTn id="1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1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edge">
                                <p:cBhvr>
                                  <p:cTn id="131" dur="690"/>
                                  <p:tgtEl>
                                    <p:spTgt spid="11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5" dur="810" fill="hold" nodeType="afterEffect" grpId="0" presetID="52" presetClass="entr" presetSubtype="0">
                            <p:stCondLst>
                              <p:cond delay="650"/>
                            </p:stCondLst>
                            <p:childTnLst>
                              <p:set>
                                <p:cBhvr>
                                  <p:cTn id="1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randombar(horizontal)">
                                <p:cBhvr>
                                  <p:cTn id="151" dur="810"/>
                                  <p:tgtEl>
                                    <p:spTgt spid="1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7" dur="450" fill="hold" nodeType="afterEffect" grpId="0" presetID="21" presetClass="entr" presetSubtype="1">
                            <p:stCondLst>
                              <p:cond delay="780"/>
                            </p:stCondLst>
                            <p:childTnLst>
                              <p:set>
                                <p:cBhvr>
                                  <p:cTn id="1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21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1)">
                                <p:cBhvr>
                                  <p:cTn id="171" dur="450"/>
                                  <p:tgtEl>
                                    <p:spTgt spid="21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9" dur="570" fill="hold" nodeType="afterEffect" grpId="0" presetID="22" presetClass="entr" presetSubtype="4">
                            <p:stCondLst>
                              <p:cond delay="910"/>
                            </p:stCondLst>
                            <p:childTnLst>
                              <p:set>
                                <p:cBhvr>
                                  <p:cTn id="2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down)">
                                <p:cBhvr>
                                  <p:cTn id="191" dur="570"/>
                                  <p:tgtEl>
                                    <p:spTgt spid="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1" dur="690" fill="hold" nodeType="afterEffect" grpId="0" presetID="9" presetClass="entr" presetSubtype="0">
                            <p:stCondLst>
                              <p:cond delay="1040"/>
                            </p:stCondLst>
                            <p:childTnLst>
                              <p:set>
                                <p:cBhvr>
                                  <p:cTn id="2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2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211" dur="690"/>
                                  <p:tgtEl>
                                    <p:spTgt spid="12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3" dur="810" fill="hold" nodeType="afterEffect" grpId="0" presetID="22" presetClass="entr" presetSubtype="2">
                            <p:stCondLst>
                              <p:cond delay="1170"/>
                            </p:stCondLst>
                            <p:childTnLst>
                              <p:set>
                                <p:cBhvr>
                                  <p:cTn id="2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right)">
                                <p:cBhvr>
                                  <p:cTn id="231" dur="810"/>
                                  <p:tgtEl>
                                    <p:spTgt spid="1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5" dur="450" fill="hold" nodeType="afterEffect" grpId="0" presetID="18" presetClass="entr" presetSubtype="12">
                            <p:stCondLst>
                              <p:cond delay="1300"/>
                            </p:stCondLst>
                            <p:childTnLst>
                              <p:set>
                                <p:cBhvr>
                                  <p:cTn id="2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22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ircle(in)">
                                <p:cBhvr>
                                  <p:cTn id="251" dur="450"/>
                                  <p:tgtEl>
                                    <p:spTgt spid="22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7" dur="570" fill="hold" nodeType="afterEffect" grpId="0" presetID="22" presetClass="entr" presetSubtype="1">
                            <p:stCondLst>
                              <p:cond delay="1430"/>
                            </p:stCondLst>
                            <p:childTnLst>
                              <p:set>
                                <p:cBhvr>
                                  <p:cTn id="2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up)">
                                <p:cBhvr>
                                  <p:cTn id="271" dur="570"/>
                                  <p:tgtEl>
                                    <p:spTgt spid="8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9" dur="690" fill="hold" nodeType="afterEffect" grpId="0" presetID="42" presetClass="entr" presetSubtype="10">
                            <p:stCondLst>
                              <p:cond delay="1560"/>
                            </p:stCondLst>
                            <p:childTnLst>
                              <p:set>
                                <p:cBhvr>
                                  <p:cTn id="3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linds(horizontal)">
                                <p:cBhvr>
                                  <p:cTn id="291" dur="690"/>
                                  <p:tgtEl>
                                    <p:spTgt spid="1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31" dur="810" fill="hold" nodeType="afterEffect" grpId="0" presetID="43" presetClass="entr" presetSubtype="0">
                            <p:stCondLst>
                              <p:cond delay="1690"/>
                            </p:stCondLst>
                            <p:childTnLst>
                              <p:set>
                                <p:cBhvr>
                                  <p:cTn id="3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heckerboard(across)">
                                <p:cBhvr>
                                  <p:cTn id="311" dur="810"/>
                                  <p:tgtEl>
                                    <p:spTgt spid="18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41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66928"/>
            <a:ext cx="7772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1" i="0">
                <a:solidFill>
                  <a:srgbClr val="6C8CFF"/>
                </a:solidFill>
                <a:latin typeface="Segoe UI"/>
                <a:ea typeface="微软雅黑"/>
                <a:cs typeface="微软雅黑"/>
              </a:rPr>
              <a:t>PROCESS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868680"/>
            <a:ext cx="106070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EEF2FF"/>
                </a:solidFill>
                <a:latin typeface="Segoe UI"/>
                <a:ea typeface="微软雅黑"/>
                <a:cs typeface="微软雅黑"/>
              </a:rPr>
              <a:t>排期 / 路线图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1572768"/>
            <a:ext cx="566928" cy="50292"/>
          </a:xfrm>
          <a:prstGeom prst="rect">
            <a:avLst/>
          </a:prstGeom>
          <a:solidFill>
            <a:srgbClr val="6C8C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6" name="Connector 5"/>
          <p:cNvCxnSpPr/>
          <p:nvPr/>
        </p:nvCxnSpPr>
        <p:spPr>
          <a:xfrm>
            <a:off x="1234440" y="3063240"/>
            <a:ext cx="9722815" cy="0"/>
          </a:xfrm>
          <a:prstGeom prst="line">
            <a:avLst/>
          </a:prstGeom>
          <a:ln w="25400">
            <a:solidFill>
              <a:srgbClr val="2A3556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Oval 6"/>
          <p:cNvSpPr/>
          <p:nvPr/>
        </p:nvSpPr>
        <p:spPr>
          <a:xfrm>
            <a:off x="1088136" y="2916936"/>
            <a:ext cx="292608" cy="292608"/>
          </a:xfrm>
          <a:prstGeom prst="ellipse">
            <a:avLst/>
          </a:prstGeom>
          <a:solidFill>
            <a:srgbClr val="6C8C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68680" y="2496312"/>
            <a:ext cx="7315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100" b="1" i="0">
                <a:solidFill>
                  <a:srgbClr val="6C8CFF"/>
                </a:solidFill>
                <a:latin typeface="Segoe UI"/>
                <a:ea typeface="微软雅黑"/>
                <a:cs typeface="微软雅黑"/>
              </a:rPr>
              <a:t>01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20040" y="1828800"/>
            <a:ext cx="1828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500" b="1" i="0">
                <a:solidFill>
                  <a:srgbClr val="EEF2FF"/>
                </a:solidFill>
                <a:latin typeface="Segoe UI"/>
                <a:ea typeface="微软雅黑"/>
                <a:cs typeface="微软雅黑"/>
              </a:rPr>
              <a:t>总体概览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20040" y="2212848"/>
            <a:ext cx="18288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5000"/>
              </a:lnSpc>
              <a:spcAft>
                <a:spcPts val="400"/>
              </a:spcAft>
            </a:pPr>
            <a:r>
              <a:rPr sz="1100" b="0" i="0">
                <a:solidFill>
                  <a:srgbClr val="9AA7CC"/>
                </a:solidFill>
                <a:latin typeface="Segoe UI"/>
                <a:ea typeface="微软雅黑"/>
                <a:cs typeface="微软雅黑"/>
              </a:rPr>
              <a:t>在此输入说明</a:t>
            </a:r>
          </a:p>
        </p:txBody>
      </p:sp>
      <p:sp>
        <p:nvSpPr>
          <p:cNvPr id="11" name="Oval 10"/>
          <p:cNvSpPr/>
          <p:nvPr/>
        </p:nvSpPr>
        <p:spPr>
          <a:xfrm>
            <a:off x="4329074" y="2916936"/>
            <a:ext cx="292608" cy="292608"/>
          </a:xfrm>
          <a:prstGeom prst="ellipse">
            <a:avLst/>
          </a:prstGeom>
          <a:solidFill>
            <a:srgbClr val="6C8C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109618" y="3154680"/>
            <a:ext cx="7315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100" b="1" i="0">
                <a:solidFill>
                  <a:srgbClr val="6C8CFF"/>
                </a:solidFill>
                <a:latin typeface="Segoe UI"/>
                <a:ea typeface="微软雅黑"/>
                <a:cs typeface="微软雅黑"/>
              </a:rPr>
              <a:t>02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560978" y="3474720"/>
            <a:ext cx="1828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500" b="1" i="0">
                <a:solidFill>
                  <a:srgbClr val="EEF2FF"/>
                </a:solidFill>
                <a:latin typeface="Segoe UI"/>
                <a:ea typeface="微软雅黑"/>
                <a:cs typeface="微软雅黑"/>
              </a:rPr>
              <a:t>关键指标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560978" y="3858768"/>
            <a:ext cx="18288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5000"/>
              </a:lnSpc>
              <a:spcAft>
                <a:spcPts val="400"/>
              </a:spcAft>
            </a:pPr>
            <a:r>
              <a:rPr sz="1100" b="0" i="0">
                <a:solidFill>
                  <a:srgbClr val="9AA7CC"/>
                </a:solidFill>
                <a:latin typeface="Segoe UI"/>
                <a:ea typeface="微软雅黑"/>
                <a:cs typeface="微软雅黑"/>
              </a:rPr>
              <a:t>在此输入说明</a:t>
            </a:r>
          </a:p>
        </p:txBody>
      </p:sp>
      <p:sp>
        <p:nvSpPr>
          <p:cNvPr id="15" name="Oval 14"/>
          <p:cNvSpPr/>
          <p:nvPr/>
        </p:nvSpPr>
        <p:spPr>
          <a:xfrm>
            <a:off x="7570012" y="2916936"/>
            <a:ext cx="292608" cy="292608"/>
          </a:xfrm>
          <a:prstGeom prst="ellipse">
            <a:avLst/>
          </a:prstGeom>
          <a:solidFill>
            <a:srgbClr val="6C8C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7350556" y="2496312"/>
            <a:ext cx="7315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100" b="1" i="0">
                <a:solidFill>
                  <a:srgbClr val="6C8CFF"/>
                </a:solidFill>
                <a:latin typeface="Segoe UI"/>
                <a:ea typeface="微软雅黑"/>
                <a:cs typeface="微软雅黑"/>
              </a:rPr>
              <a:t>03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801916" y="1828800"/>
            <a:ext cx="1828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500" b="1" i="0">
                <a:solidFill>
                  <a:srgbClr val="EEF2FF"/>
                </a:solidFill>
                <a:latin typeface="Segoe UI"/>
                <a:ea typeface="微软雅黑"/>
                <a:cs typeface="微软雅黑"/>
              </a:rPr>
              <a:t>趋势分析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801916" y="2212848"/>
            <a:ext cx="18288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5000"/>
              </a:lnSpc>
              <a:spcAft>
                <a:spcPts val="400"/>
              </a:spcAft>
            </a:pPr>
            <a:r>
              <a:rPr sz="1100" b="0" i="0">
                <a:solidFill>
                  <a:srgbClr val="9AA7CC"/>
                </a:solidFill>
                <a:latin typeface="Segoe UI"/>
                <a:ea typeface="微软雅黑"/>
                <a:cs typeface="微软雅黑"/>
              </a:rPr>
              <a:t>在此输入说明</a:t>
            </a:r>
          </a:p>
        </p:txBody>
      </p:sp>
      <p:sp>
        <p:nvSpPr>
          <p:cNvPr id="19" name="Oval 18"/>
          <p:cNvSpPr/>
          <p:nvPr/>
        </p:nvSpPr>
        <p:spPr>
          <a:xfrm>
            <a:off x="10810951" y="2916936"/>
            <a:ext cx="292608" cy="292608"/>
          </a:xfrm>
          <a:prstGeom prst="ellipse">
            <a:avLst/>
          </a:prstGeom>
          <a:solidFill>
            <a:srgbClr val="6C8C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10591495" y="3154680"/>
            <a:ext cx="7315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100" b="1" i="0">
                <a:solidFill>
                  <a:srgbClr val="6C8CFF"/>
                </a:solidFill>
                <a:latin typeface="Segoe UI"/>
                <a:ea typeface="微软雅黑"/>
                <a:cs typeface="微软雅黑"/>
              </a:rPr>
              <a:t>04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0042855" y="3474720"/>
            <a:ext cx="1828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500" b="1" i="0">
                <a:solidFill>
                  <a:srgbClr val="EEF2FF"/>
                </a:solidFill>
                <a:latin typeface="Segoe UI"/>
                <a:ea typeface="微软雅黑"/>
                <a:cs typeface="微软雅黑"/>
              </a:rPr>
              <a:t>结论与行动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0042855" y="3858768"/>
            <a:ext cx="18288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5000"/>
              </a:lnSpc>
              <a:spcAft>
                <a:spcPts val="400"/>
              </a:spcAft>
            </a:pPr>
            <a:r>
              <a:rPr sz="1100" b="0" i="0">
                <a:solidFill>
                  <a:srgbClr val="9AA7CC"/>
                </a:solidFill>
                <a:latin typeface="Segoe UI"/>
                <a:ea typeface="微软雅黑"/>
                <a:cs typeface="微软雅黑"/>
              </a:rPr>
              <a:t>在此输入说明</a:t>
            </a:r>
          </a:p>
        </p:txBody>
      </p:sp>
      <p:sp>
        <p:nvSpPr>
          <p:cNvPr id="23" name="Rectangle 22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2A355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9AA7CC"/>
                </a:solidFill>
                <a:latin typeface="Segoe UI"/>
                <a:ea typeface="微软雅黑"/>
                <a:cs typeface="微软雅黑"/>
              </a:rPr>
              <a:t>渐变流体  ·  Gradient Flow</a:t>
            </a:r>
          </a:p>
        </p:txBody>
      </p:sp>
    </p:spTree>
  </p:cSld>
  <p:clrMapOvr>
    <a:masterClrMapping/>
  </p:clrMapOvr>
  <p:transition spd="med">
    <p:wipe dir="d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5" dur="810" fill="hold" nodeType="clickEffect" grpId="0" presetID="25" presetClass="entr" presetSubtype="1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strips(downRight)">
                                <p:cBhvr>
                                  <p:cTn id="51" dur="810"/>
                                  <p:tgtEl>
                                    <p:spTgt spid="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7" dur="450" fill="hold" nodeType="afterEffect" grpId="0" presetID="45" presetClass="entr" presetSubtype="1">
                            <p:stCondLst>
                              <p:cond delay="130"/>
                            </p:stCondLst>
                            <p:childTnLst>
                              <p:set>
                                <p:cBhvr>
                                  <p:cTn id="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arn(inHorizontal)">
                                <p:cBhvr>
                                  <p:cTn id="71" dur="450"/>
                                  <p:tgtEl>
                                    <p:spTgt spid="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9" dur="570" fill="hold" nodeType="afterEffect" grpId="0" presetID="22" presetClass="entr" presetSubtype="8">
                            <p:stCondLst>
                              <p:cond delay="260"/>
                            </p:stCondLst>
                            <p:childTnLst>
                              <p:set>
                                <p:cBhvr>
                                  <p:cTn id="1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left)">
                                <p:cBhvr>
                                  <p:cTn id="91" dur="570"/>
                                  <p:tgtEl>
                                    <p:spTgt spid="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1" dur="690" fill="hold" nodeType="afterEffect" grpId="0" presetID="37" presetClass="entr" presetSubtype="0">
                            <p:stCondLst>
                              <p:cond delay="390"/>
                            </p:stCondLst>
                            <p:childTnLst>
                              <p:set>
                                <p:cBhvr>
                                  <p:cTn id="1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9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edge">
                                <p:cBhvr>
                                  <p:cTn id="111" dur="690"/>
                                  <p:tgtEl>
                                    <p:spTgt spid="9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3" dur="810" fill="hold" nodeType="afterEffect" grpId="0" presetID="52" presetClass="entr" presetSubtype="0">
                            <p:stCondLst>
                              <p:cond delay="520"/>
                            </p:stCondLst>
                            <p:childTnLst>
                              <p:set>
                                <p:cBhvr>
                                  <p:cTn id="1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randombar(horizontal)">
                                <p:cBhvr>
                                  <p:cTn id="131" dur="810"/>
                                  <p:tgtEl>
                                    <p:spTgt spid="1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5" dur="450" fill="hold" nodeType="afterEffect" grpId="0" presetID="21" presetClass="entr" presetSubtype="1">
                            <p:stCondLst>
                              <p:cond delay="650"/>
                            </p:stCondLst>
                            <p:childTnLst>
                              <p:set>
                                <p:cBhvr>
                                  <p:cTn id="1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0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1)">
                                <p:cBhvr>
                                  <p:cTn id="151" dur="450"/>
                                  <p:tgtEl>
                                    <p:spTgt spid="10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7" dur="570" fill="hold" nodeType="afterEffect" grpId="0" presetID="22" presetClass="entr" presetSubtype="4">
                            <p:stCondLst>
                              <p:cond delay="780"/>
                            </p:stCondLst>
                            <p:childTnLst>
                              <p:set>
                                <p:cBhvr>
                                  <p:cTn id="1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down)">
                                <p:cBhvr>
                                  <p:cTn id="171" dur="570"/>
                                  <p:tgtEl>
                                    <p:spTgt spid="18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9" dur="690" fill="hold" nodeType="afterEffect" grpId="0" presetID="9" presetClass="entr" presetSubtype="0">
                            <p:stCondLst>
                              <p:cond delay="910"/>
                            </p:stCondLst>
                            <p:childTnLst>
                              <p:set>
                                <p:cBhvr>
                                  <p:cTn id="2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191" dur="690"/>
                                  <p:tgtEl>
                                    <p:spTgt spid="8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1" dur="810" fill="hold" nodeType="afterEffect" grpId="0" presetID="22" presetClass="entr" presetSubtype="2">
                            <p:stCondLst>
                              <p:cond delay="1040"/>
                            </p:stCondLst>
                            <p:childTnLst>
                              <p:set>
                                <p:cBhvr>
                                  <p:cTn id="2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right)">
                                <p:cBhvr>
                                  <p:cTn id="211" dur="810"/>
                                  <p:tgtEl>
                                    <p:spTgt spid="1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3" dur="450" fill="hold" nodeType="afterEffect" grpId="0" presetID="18" presetClass="entr" presetSubtype="12">
                            <p:stCondLst>
                              <p:cond delay="1170"/>
                            </p:stCondLst>
                            <p:childTnLst>
                              <p:set>
                                <p:cBhvr>
                                  <p:cTn id="2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ircle(in)">
                                <p:cBhvr>
                                  <p:cTn id="231" dur="450"/>
                                  <p:tgtEl>
                                    <p:spTgt spid="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5" dur="570" fill="hold" nodeType="afterEffect" grpId="0" presetID="22" presetClass="entr" presetSubtype="1">
                            <p:stCondLst>
                              <p:cond delay="1300"/>
                            </p:stCondLst>
                            <p:childTnLst>
                              <p:set>
                                <p:cBhvr>
                                  <p:cTn id="2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1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up)">
                                <p:cBhvr>
                                  <p:cTn id="251" dur="570"/>
                                  <p:tgtEl>
                                    <p:spTgt spid="11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7" dur="690" fill="hold" nodeType="afterEffect" grpId="0" presetID="42" presetClass="entr" presetSubtype="10">
                            <p:stCondLst>
                              <p:cond delay="1430"/>
                            </p:stCondLst>
                            <p:childTnLst>
                              <p:set>
                                <p:cBhvr>
                                  <p:cTn id="2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linds(horizontal)">
                                <p:cBhvr>
                                  <p:cTn id="271" dur="690"/>
                                  <p:tgtEl>
                                    <p:spTgt spid="1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9" dur="810" fill="hold" nodeType="afterEffect" grpId="0" presetID="43" presetClass="entr" presetSubtype="0">
                            <p:stCondLst>
                              <p:cond delay="1560"/>
                            </p:stCondLst>
                            <p:childTnLst>
                              <p:set>
                                <p:cBhvr>
                                  <p:cTn id="3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9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heckerboard(across)">
                                <p:cBhvr>
                                  <p:cTn id="291" dur="810"/>
                                  <p:tgtEl>
                                    <p:spTgt spid="19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31" dur="450" fill="hold" nodeType="afterEffect" grpId="0" presetID="21" presetClass="entr" presetSubtype="2">
                            <p:stCondLst>
                              <p:cond delay="1690"/>
                            </p:stCondLst>
                            <p:childTnLst>
                              <p:set>
                                <p:cBhvr>
                                  <p:cTn id="3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2)">
                                <p:cBhvr>
                                  <p:cTn id="311" dur="450"/>
                                  <p:tgtEl>
                                    <p:spTgt spid="6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41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66928"/>
            <a:ext cx="7772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1" i="0">
                <a:solidFill>
                  <a:srgbClr val="6C8CFF"/>
                </a:solidFill>
                <a:latin typeface="Segoe UI"/>
                <a:ea typeface="微软雅黑"/>
                <a:cs typeface="微软雅黑"/>
              </a:rPr>
              <a:t>PROCESS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868680"/>
            <a:ext cx="106070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EEF2FF"/>
                </a:solidFill>
                <a:latin typeface="Segoe UI"/>
                <a:ea typeface="微软雅黑"/>
                <a:cs typeface="微软雅黑"/>
              </a:rPr>
              <a:t>工作流程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1572768"/>
            <a:ext cx="566928" cy="50292"/>
          </a:xfrm>
          <a:prstGeom prst="rect">
            <a:avLst/>
          </a:prstGeom>
          <a:solidFill>
            <a:srgbClr val="6C8C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822960" y="2743200"/>
            <a:ext cx="2464993" cy="1371600"/>
          </a:xfrm>
          <a:prstGeom prst="roundRect">
            <a:avLst>
              <a:gd name="adj" fmla="val 12000"/>
            </a:avLst>
          </a:prstGeom>
          <a:solidFill>
            <a:srgbClr val="6C8CFF"/>
          </a:solidFill>
          <a:ln w="9525">
            <a:solidFill>
              <a:srgbClr val="2A355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24128" y="3246120"/>
            <a:ext cx="2062657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400" b="1" i="0">
                <a:solidFill>
                  <a:srgbClr val="FFFFFF"/>
                </a:solidFill>
                <a:latin typeface="Segoe UI"/>
                <a:ea typeface="微软雅黑"/>
                <a:cs typeface="微软雅黑"/>
              </a:rPr>
              <a:t>采集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306241" y="3246120"/>
            <a:ext cx="192024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800" b="0" i="0">
                <a:solidFill>
                  <a:srgbClr val="9AA7CC"/>
                </a:solidFill>
                <a:latin typeface="Segoe UI"/>
                <a:ea typeface="微软雅黑"/>
                <a:cs typeface="微软雅黑"/>
              </a:rPr>
              <a:t>›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3516553" y="2743200"/>
            <a:ext cx="2464993" cy="1371600"/>
          </a:xfrm>
          <a:prstGeom prst="roundRect">
            <a:avLst>
              <a:gd name="adj" fmla="val 12000"/>
            </a:avLst>
          </a:prstGeom>
          <a:solidFill>
            <a:srgbClr val="1E2740"/>
          </a:solidFill>
          <a:ln w="9525">
            <a:solidFill>
              <a:srgbClr val="2A355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3717721" y="3246120"/>
            <a:ext cx="2062657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400" b="1" i="0">
                <a:solidFill>
                  <a:srgbClr val="EEF2FF"/>
                </a:solidFill>
                <a:latin typeface="Segoe UI"/>
                <a:ea typeface="微软雅黑"/>
                <a:cs typeface="微软雅黑"/>
              </a:rPr>
              <a:t>清洗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999835" y="3246120"/>
            <a:ext cx="192024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800" b="0" i="0">
                <a:solidFill>
                  <a:srgbClr val="9AA7CC"/>
                </a:solidFill>
                <a:latin typeface="Segoe UI"/>
                <a:ea typeface="微软雅黑"/>
                <a:cs typeface="微软雅黑"/>
              </a:rPr>
              <a:t>›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210147" y="2743200"/>
            <a:ext cx="2464993" cy="1371600"/>
          </a:xfrm>
          <a:prstGeom prst="roundRect">
            <a:avLst>
              <a:gd name="adj" fmla="val 12000"/>
            </a:avLst>
          </a:prstGeom>
          <a:solidFill>
            <a:srgbClr val="6C8CFF"/>
          </a:solidFill>
          <a:ln w="9525">
            <a:solidFill>
              <a:srgbClr val="2A355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411315" y="3246120"/>
            <a:ext cx="2062657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400" b="1" i="0">
                <a:solidFill>
                  <a:srgbClr val="FFFFFF"/>
                </a:solidFill>
                <a:latin typeface="Segoe UI"/>
                <a:ea typeface="微软雅黑"/>
                <a:cs typeface="微软雅黑"/>
              </a:rPr>
              <a:t>分析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693429" y="3246120"/>
            <a:ext cx="192024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800" b="0" i="0">
                <a:solidFill>
                  <a:srgbClr val="9AA7CC"/>
                </a:solidFill>
                <a:latin typeface="Segoe UI"/>
                <a:ea typeface="微软雅黑"/>
                <a:cs typeface="微软雅黑"/>
              </a:rPr>
              <a:t>›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8903741" y="2743200"/>
            <a:ext cx="2464993" cy="1371600"/>
          </a:xfrm>
          <a:prstGeom prst="roundRect">
            <a:avLst>
              <a:gd name="adj" fmla="val 12000"/>
            </a:avLst>
          </a:prstGeom>
          <a:solidFill>
            <a:srgbClr val="1E2740"/>
          </a:solidFill>
          <a:ln w="9525">
            <a:solidFill>
              <a:srgbClr val="2A355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9104909" y="3246120"/>
            <a:ext cx="2062657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400" b="1" i="0">
                <a:solidFill>
                  <a:srgbClr val="EEF2FF"/>
                </a:solidFill>
                <a:latin typeface="Segoe UI"/>
                <a:ea typeface="微软雅黑"/>
                <a:cs typeface="微软雅黑"/>
              </a:rPr>
              <a:t>展示</a:t>
            </a:r>
          </a:p>
        </p:txBody>
      </p:sp>
      <p:sp>
        <p:nvSpPr>
          <p:cNvPr id="17" name="Rectangle 16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2A355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9AA7CC"/>
                </a:solidFill>
                <a:latin typeface="Segoe UI"/>
                <a:ea typeface="微软雅黑"/>
                <a:cs typeface="微软雅黑"/>
              </a:rPr>
              <a:t>渐变流体  ·  Gradient Flow</a:t>
            </a:r>
          </a:p>
        </p:txBody>
      </p:sp>
    </p:spTree>
  </p:cSld>
  <p:clrMapOvr>
    <a:masterClrMapping/>
  </p:clrMapOvr>
  <p:transition spd="med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5" dur="450" fill="hold" nodeType="clickEffect" grpId="0" presetID="45" presetClass="entr" presetSubtype="1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arn(inHorizontal)">
                                <p:cBhvr>
                                  <p:cTn id="51" dur="450"/>
                                  <p:tgtEl>
                                    <p:spTgt spid="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7" dur="570" fill="hold" nodeType="afterEffect" grpId="0" presetID="22" presetClass="entr" presetSubtype="8">
                            <p:stCondLst>
                              <p:cond delay="130"/>
                            </p:stCondLst>
                            <p:childTnLst>
                              <p:set>
                                <p:cBhvr>
                                  <p:cTn id="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left)">
                                <p:cBhvr>
                                  <p:cTn id="71" dur="570"/>
                                  <p:tgtEl>
                                    <p:spTgt spid="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9" dur="690" fill="hold" nodeType="afterEffect" grpId="0" presetID="37" presetClass="entr" presetSubtype="0">
                            <p:stCondLst>
                              <p:cond delay="260"/>
                            </p:stCondLst>
                            <p:childTnLst>
                              <p:set>
                                <p:cBhvr>
                                  <p:cTn id="1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edge">
                                <p:cBhvr>
                                  <p:cTn id="91" dur="690"/>
                                  <p:tgtEl>
                                    <p:spTgt spid="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1" dur="810" fill="hold" nodeType="afterEffect" grpId="0" presetID="52" presetClass="entr" presetSubtype="0">
                            <p:stCondLst>
                              <p:cond delay="390"/>
                            </p:stCondLst>
                            <p:childTnLst>
                              <p:set>
                                <p:cBhvr>
                                  <p:cTn id="1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randombar(horizontal)">
                                <p:cBhvr>
                                  <p:cTn id="111" dur="810"/>
                                  <p:tgtEl>
                                    <p:spTgt spid="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3" dur="450" fill="hold" nodeType="afterEffect" grpId="0" presetID="21" presetClass="entr" presetSubtype="1">
                            <p:stCondLst>
                              <p:cond delay="520"/>
                            </p:stCondLst>
                            <p:childTnLst>
                              <p:set>
                                <p:cBhvr>
                                  <p:cTn id="1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9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1)">
                                <p:cBhvr>
                                  <p:cTn id="131" dur="450"/>
                                  <p:tgtEl>
                                    <p:spTgt spid="9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5" dur="570" fill="hold" nodeType="afterEffect" grpId="0" presetID="22" presetClass="entr" presetSubtype="4">
                            <p:stCondLst>
                              <p:cond delay="650"/>
                            </p:stCondLst>
                            <p:childTnLst>
                              <p:set>
                                <p:cBhvr>
                                  <p:cTn id="1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2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down)">
                                <p:cBhvr>
                                  <p:cTn id="151" dur="570"/>
                                  <p:tgtEl>
                                    <p:spTgt spid="12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7" dur="690" fill="hold" nodeType="afterEffect" grpId="0" presetID="9" presetClass="entr" presetSubtype="0">
                            <p:stCondLst>
                              <p:cond delay="780"/>
                            </p:stCondLst>
                            <p:childTnLst>
                              <p:set>
                                <p:cBhvr>
                                  <p:cTn id="1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171" dur="690"/>
                                  <p:tgtEl>
                                    <p:spTgt spid="1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9" dur="810" fill="hold" nodeType="afterEffect" grpId="0" presetID="22" presetClass="entr" presetSubtype="2">
                            <p:stCondLst>
                              <p:cond delay="910"/>
                            </p:stCondLst>
                            <p:childTnLst>
                              <p:set>
                                <p:cBhvr>
                                  <p:cTn id="2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right)">
                                <p:cBhvr>
                                  <p:cTn id="191" dur="810"/>
                                  <p:tgtEl>
                                    <p:spTgt spid="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1" dur="450" fill="hold" nodeType="afterEffect" grpId="0" presetID="18" presetClass="entr" presetSubtype="12">
                            <p:stCondLst>
                              <p:cond delay="1040"/>
                            </p:stCondLst>
                            <p:childTnLst>
                              <p:set>
                                <p:cBhvr>
                                  <p:cTn id="2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ircle(in)">
                                <p:cBhvr>
                                  <p:cTn id="211" dur="450"/>
                                  <p:tgtEl>
                                    <p:spTgt spid="8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3" dur="570" fill="hold" nodeType="afterEffect" grpId="0" presetID="22" presetClass="entr" presetSubtype="1">
                            <p:stCondLst>
                              <p:cond delay="1170"/>
                            </p:stCondLst>
                            <p:childTnLst>
                              <p:set>
                                <p:cBhvr>
                                  <p:cTn id="2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0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up)">
                                <p:cBhvr>
                                  <p:cTn id="231" dur="570"/>
                                  <p:tgtEl>
                                    <p:spTgt spid="10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5" dur="690" fill="hold" nodeType="afterEffect" grpId="0" presetID="42" presetClass="entr" presetSubtype="10">
                            <p:stCondLst>
                              <p:cond delay="1300"/>
                            </p:stCondLst>
                            <p:childTnLst>
                              <p:set>
                                <p:cBhvr>
                                  <p:cTn id="2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1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linds(horizontal)">
                                <p:cBhvr>
                                  <p:cTn id="251" dur="690"/>
                                  <p:tgtEl>
                                    <p:spTgt spid="11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7" dur="810" fill="hold" nodeType="afterEffect" grpId="0" presetID="43" presetClass="entr" presetSubtype="0">
                            <p:stCondLst>
                              <p:cond delay="1430"/>
                            </p:stCondLst>
                            <p:childTnLst>
                              <p:set>
                                <p:cBhvr>
                                  <p:cTn id="2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heckerboard(across)">
                                <p:cBhvr>
                                  <p:cTn id="271" dur="810"/>
                                  <p:tgtEl>
                                    <p:spTgt spid="1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9" dur="450" fill="hold" nodeType="afterEffect" grpId="0" presetID="21" presetClass="entr" presetSubtype="2">
                            <p:stCondLst>
                              <p:cond delay="1560"/>
                            </p:stCondLst>
                            <p:childTnLst>
                              <p:set>
                                <p:cBhvr>
                                  <p:cTn id="3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2)">
                                <p:cBhvr>
                                  <p:cTn id="291" dur="450"/>
                                  <p:tgtEl>
                                    <p:spTgt spid="1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31" dur="570" fill="hold" nodeType="afterEffect" grpId="0" presetID="10" presetClass="entr" presetSubtype="0">
                            <p:stCondLst>
                              <p:cond delay="1690"/>
                            </p:stCondLst>
                            <p:childTnLst>
                              <p:set>
                                <p:cBhvr>
                                  <p:cTn id="3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dissolve">
                                <p:cBhvr>
                                  <p:cTn id="311" dur="570"/>
                                  <p:tgtEl>
                                    <p:spTgt spid="16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41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66928"/>
            <a:ext cx="7772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1" i="0">
                <a:solidFill>
                  <a:srgbClr val="6C8CFF"/>
                </a:solidFill>
                <a:latin typeface="Segoe UI"/>
                <a:ea typeface="微软雅黑"/>
                <a:cs typeface="微软雅黑"/>
              </a:rPr>
              <a:t>DATA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868680"/>
            <a:ext cx="106070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EEF2FF"/>
                </a:solidFill>
                <a:latin typeface="Segoe UI"/>
                <a:ea typeface="微软雅黑"/>
                <a:cs typeface="微软雅黑"/>
              </a:rPr>
              <a:t>数据图表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1572768"/>
            <a:ext cx="566928" cy="50292"/>
          </a:xfrm>
          <a:prstGeom prst="rect">
            <a:avLst/>
          </a:prstGeom>
          <a:solidFill>
            <a:srgbClr val="6C8C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822960" y="2103120"/>
            <a:ext cx="7680960" cy="3886200"/>
          </a:xfrm>
          <a:prstGeom prst="roundRect">
            <a:avLst>
              <a:gd name="adj" fmla="val 18000"/>
            </a:avLst>
          </a:prstGeom>
          <a:solidFill>
            <a:srgbClr val="1E2740"/>
          </a:solidFill>
          <a:ln w="9525">
            <a:solidFill>
              <a:srgbClr val="2A355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3291840" y="2743200"/>
            <a:ext cx="2560320" cy="2560320"/>
          </a:xfrm>
          <a:prstGeom prst="ellipse">
            <a:avLst/>
          </a:prstGeom>
          <a:solidFill>
            <a:srgbClr val="6C8CFF">
              <a:alpha val="25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>
            <a:off x="4114800" y="3566160"/>
            <a:ext cx="914400" cy="914400"/>
          </a:xfrm>
          <a:prstGeom prst="ellipse">
            <a:avLst/>
          </a:prstGeom>
          <a:solidFill>
            <a:srgbClr val="1E27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114800" y="3566160"/>
            <a:ext cx="914400" cy="9144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600" b="1" i="0">
                <a:solidFill>
                  <a:srgbClr val="6C8CFF"/>
                </a:solidFill>
                <a:latin typeface="Segoe UI"/>
                <a:ea typeface="微软雅黑"/>
                <a:cs typeface="微软雅黑"/>
              </a:rPr>
              <a:t>图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280160" y="5623560"/>
            <a:ext cx="58521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050" b="0" i="0">
                <a:solidFill>
                  <a:srgbClr val="9AA7CC"/>
                </a:solidFill>
                <a:latin typeface="Segoe UI"/>
                <a:ea typeface="微软雅黑"/>
                <a:cs typeface="微软雅黑"/>
              </a:rPr>
              <a:t>图表占位 · 在 PowerPoint 中插入图表替换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869680" y="2240280"/>
            <a:ext cx="26517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500" b="1" i="0">
                <a:solidFill>
                  <a:srgbClr val="EEF2FF"/>
                </a:solidFill>
                <a:latin typeface="Segoe UI"/>
                <a:ea typeface="微软雅黑"/>
                <a:cs typeface="微软雅黑"/>
              </a:rPr>
              <a:t>关键结论 / 解读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869680" y="2743200"/>
            <a:ext cx="2651760" cy="2926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1000"/>
              </a:spcAft>
            </a:pPr>
            <a:r>
              <a:rPr sz="875">
                <a:solidFill>
                  <a:srgbClr val="6C8CFF"/>
                </a:solidFill>
                <a:latin typeface="Segoe UI"/>
                <a:ea typeface="微软雅黑"/>
                <a:cs typeface="微软雅黑"/>
              </a:rPr>
              <a:t>●  </a:t>
            </a:r>
            <a:r>
              <a:rPr sz="1250">
                <a:solidFill>
                  <a:srgbClr val="9AA7CC"/>
                </a:solidFill>
                <a:latin typeface="Segoe UI"/>
                <a:ea typeface="微软雅黑"/>
                <a:cs typeface="微软雅黑"/>
              </a:rPr>
              <a:t>在此输入要点一</a:t>
            </a:r>
          </a:p>
          <a:p>
            <a:pPr>
              <a:lnSpc>
                <a:spcPct val="115000"/>
              </a:lnSpc>
              <a:spcAft>
                <a:spcPts val="1000"/>
              </a:spcAft>
            </a:pPr>
            <a:r>
              <a:rPr sz="875">
                <a:solidFill>
                  <a:srgbClr val="6C8CFF"/>
                </a:solidFill>
                <a:latin typeface="Segoe UI"/>
                <a:ea typeface="微软雅黑"/>
                <a:cs typeface="微软雅黑"/>
              </a:rPr>
              <a:t>●  </a:t>
            </a:r>
            <a:r>
              <a:rPr sz="1250">
                <a:solidFill>
                  <a:srgbClr val="9AA7CC"/>
                </a:solidFill>
                <a:latin typeface="Segoe UI"/>
                <a:ea typeface="微软雅黑"/>
                <a:cs typeface="微软雅黑"/>
              </a:rPr>
              <a:t>在此输入要点二</a:t>
            </a:r>
          </a:p>
          <a:p>
            <a:pPr>
              <a:lnSpc>
                <a:spcPct val="115000"/>
              </a:lnSpc>
              <a:spcAft>
                <a:spcPts val="1000"/>
              </a:spcAft>
            </a:pPr>
            <a:r>
              <a:rPr sz="875">
                <a:solidFill>
                  <a:srgbClr val="6C8CFF"/>
                </a:solidFill>
                <a:latin typeface="Segoe UI"/>
                <a:ea typeface="微软雅黑"/>
                <a:cs typeface="微软雅黑"/>
              </a:rPr>
              <a:t>●  </a:t>
            </a:r>
            <a:r>
              <a:rPr sz="1250">
                <a:solidFill>
                  <a:srgbClr val="9AA7CC"/>
                </a:solidFill>
                <a:latin typeface="Segoe UI"/>
                <a:ea typeface="微软雅黑"/>
                <a:cs typeface="微软雅黑"/>
              </a:rPr>
              <a:t>在此输入要点三</a:t>
            </a:r>
          </a:p>
        </p:txBody>
      </p:sp>
      <p:sp>
        <p:nvSpPr>
          <p:cNvPr id="13" name="Rectangle 12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2A355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9AA7CC"/>
                </a:solidFill>
                <a:latin typeface="Segoe UI"/>
                <a:ea typeface="微软雅黑"/>
                <a:cs typeface="微软雅黑"/>
              </a:rPr>
              <a:t>渐变流体  ·  Gradient Flow</a:t>
            </a:r>
          </a:p>
        </p:txBody>
      </p:sp>
    </p:spTree>
  </p:cSld>
  <p:clrMapOvr>
    <a:masterClrMapping/>
  </p:clrMapOvr>
  <p:transition spd="med">
    <p:push dir="l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5" dur="570" fill="hold" nodeType="clickEffect" grpId="0" presetID="22" presetClass="entr" presetSubtype="8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left)">
                                <p:cBhvr>
                                  <p:cTn id="51" dur="570"/>
                                  <p:tgtEl>
                                    <p:spTgt spid="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7" dur="690" fill="hold" nodeType="afterEffect" grpId="0" presetID="37" presetClass="entr" presetSubtype="0">
                            <p:stCondLst>
                              <p:cond delay="130"/>
                            </p:stCondLst>
                            <p:childTnLst>
                              <p:set>
                                <p:cBhvr>
                                  <p:cTn id="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edge">
                                <p:cBhvr>
                                  <p:cTn id="71" dur="690"/>
                                  <p:tgtEl>
                                    <p:spTgt spid="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9" dur="810" fill="hold" nodeType="afterEffect" grpId="0" presetID="52" presetClass="entr" presetSubtype="0">
                            <p:stCondLst>
                              <p:cond delay="260"/>
                            </p:stCondLst>
                            <p:childTnLst>
                              <p:set>
                                <p:cBhvr>
                                  <p:cTn id="1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randombar(horizontal)">
                                <p:cBhvr>
                                  <p:cTn id="91" dur="810"/>
                                  <p:tgtEl>
                                    <p:spTgt spid="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1" dur="450" fill="hold" nodeType="afterEffect" grpId="0" presetID="21" presetClass="entr" presetSubtype="1">
                            <p:stCondLst>
                              <p:cond delay="390"/>
                            </p:stCondLst>
                            <p:childTnLst>
                              <p:set>
                                <p:cBhvr>
                                  <p:cTn id="1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1)">
                                <p:cBhvr>
                                  <p:cTn id="111" dur="450"/>
                                  <p:tgtEl>
                                    <p:spTgt spid="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3" dur="570" fill="hold" nodeType="afterEffect" grpId="0" presetID="22" presetClass="entr" presetSubtype="4">
                            <p:stCondLst>
                              <p:cond delay="520"/>
                            </p:stCondLst>
                            <p:childTnLst>
                              <p:set>
                                <p:cBhvr>
                                  <p:cTn id="1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1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down)">
                                <p:cBhvr>
                                  <p:cTn id="131" dur="570"/>
                                  <p:tgtEl>
                                    <p:spTgt spid="11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5" dur="690" fill="hold" nodeType="afterEffect" grpId="0" presetID="9" presetClass="entr" presetSubtype="0">
                            <p:stCondLst>
                              <p:cond delay="650"/>
                            </p:stCondLst>
                            <p:childTnLst>
                              <p:set>
                                <p:cBhvr>
                                  <p:cTn id="1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151" dur="690"/>
                                  <p:tgtEl>
                                    <p:spTgt spid="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7" dur="810" fill="hold" nodeType="afterEffect" grpId="0" presetID="22" presetClass="entr" presetSubtype="2">
                            <p:stCondLst>
                              <p:cond delay="780"/>
                            </p:stCondLst>
                            <p:childTnLst>
                              <p:set>
                                <p:cBhvr>
                                  <p:cTn id="1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2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right)">
                                <p:cBhvr>
                                  <p:cTn id="171" dur="810"/>
                                  <p:tgtEl>
                                    <p:spTgt spid="12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9" dur="450" fill="hold" nodeType="afterEffect" grpId="0" presetID="18" presetClass="entr" presetSubtype="12">
                            <p:stCondLst>
                              <p:cond delay="910"/>
                            </p:stCondLst>
                            <p:childTnLst>
                              <p:set>
                                <p:cBhvr>
                                  <p:cTn id="2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ircle(in)">
                                <p:cBhvr>
                                  <p:cTn id="191" dur="450"/>
                                  <p:tgtEl>
                                    <p:spTgt spid="8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1" dur="570" fill="hold" nodeType="afterEffect" grpId="0" presetID="22" presetClass="entr" presetSubtype="1">
                            <p:stCondLst>
                              <p:cond delay="1040"/>
                            </p:stCondLst>
                            <p:childTnLst>
                              <p:set>
                                <p:cBhvr>
                                  <p:cTn id="2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9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up)">
                                <p:cBhvr>
                                  <p:cTn id="211" dur="570"/>
                                  <p:tgtEl>
                                    <p:spTgt spid="9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3" dur="690" fill="hold" nodeType="afterEffect" grpId="0" presetID="42" presetClass="entr" presetSubtype="10">
                            <p:stCondLst>
                              <p:cond delay="1170"/>
                            </p:stCondLst>
                            <p:childTnLst>
                              <p:set>
                                <p:cBhvr>
                                  <p:cTn id="2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0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linds(horizontal)">
                                <p:cBhvr>
                                  <p:cTn id="231" dur="690"/>
                                  <p:tgtEl>
                                    <p:spTgt spid="10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5" dur="810" fill="hold" nodeType="afterEffect" grpId="0" presetID="43" presetClass="entr" presetSubtype="0">
                            <p:stCondLst>
                              <p:cond delay="1300"/>
                            </p:stCondLst>
                            <p:childTnLst>
                              <p:set>
                                <p:cBhvr>
                                  <p:cTn id="2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heckerboard(across)">
                                <p:cBhvr>
                                  <p:cTn id="251" dur="810"/>
                                  <p:tgtEl>
                                    <p:spTgt spid="1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7" dur="450" fill="hold" nodeType="afterEffect" grpId="0" presetID="21" presetClass="entr" presetSubtype="2">
                            <p:stCondLst>
                              <p:cond delay="1430"/>
                            </p:stCondLst>
                            <p:childTnLst>
                              <p:set>
                                <p:cBhvr>
                                  <p:cTn id="2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2)">
                                <p:cBhvr>
                                  <p:cTn id="271" dur="450"/>
                                  <p:tgtEl>
                                    <p:spTgt spid="14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41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66928"/>
            <a:ext cx="7772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1" i="0">
                <a:solidFill>
                  <a:srgbClr val="6C8CFF"/>
                </a:solidFill>
                <a:latin typeface="Segoe UI"/>
                <a:ea typeface="微软雅黑"/>
                <a:cs typeface="微软雅黑"/>
              </a:rPr>
              <a:t>DATA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868680"/>
            <a:ext cx="106070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EEF2FF"/>
                </a:solidFill>
                <a:latin typeface="Segoe UI"/>
                <a:ea typeface="微软雅黑"/>
                <a:cs typeface="微软雅黑"/>
              </a:rPr>
              <a:t>明细表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1572768"/>
            <a:ext cx="566928" cy="50292"/>
          </a:xfrm>
          <a:prstGeom prst="rect">
            <a:avLst/>
          </a:prstGeom>
          <a:solidFill>
            <a:srgbClr val="6C8C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822960" y="2148840"/>
            <a:ext cx="10545775" cy="640080"/>
          </a:xfrm>
          <a:prstGeom prst="rect">
            <a:avLst/>
          </a:prstGeom>
          <a:solidFill>
            <a:srgbClr val="6C8C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05840" y="2276856"/>
            <a:ext cx="3149498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300" b="1" i="0">
                <a:solidFill>
                  <a:srgbClr val="FFFFFF"/>
                </a:solidFill>
                <a:latin typeface="Segoe UI"/>
                <a:ea typeface="微软雅黑"/>
                <a:cs typeface="微软雅黑"/>
              </a:rPr>
              <a:t>项目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21098" y="2276856"/>
            <a:ext cx="3149498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300" b="1" i="0">
                <a:solidFill>
                  <a:srgbClr val="FFFFFF"/>
                </a:solidFill>
                <a:latin typeface="Segoe UI"/>
                <a:ea typeface="微软雅黑"/>
                <a:cs typeface="微软雅黑"/>
              </a:rPr>
              <a:t>内容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036356" y="2276856"/>
            <a:ext cx="3149498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300" b="1" i="0">
                <a:solidFill>
                  <a:srgbClr val="FFFFFF"/>
                </a:solidFill>
                <a:latin typeface="Segoe UI"/>
                <a:ea typeface="微软雅黑"/>
                <a:cs typeface="微软雅黑"/>
              </a:rPr>
              <a:t>备注</a:t>
            </a:r>
          </a:p>
        </p:txBody>
      </p:sp>
      <p:sp>
        <p:nvSpPr>
          <p:cNvPr id="10" name="Rectangle 9"/>
          <p:cNvSpPr/>
          <p:nvPr/>
        </p:nvSpPr>
        <p:spPr>
          <a:xfrm>
            <a:off x="822960" y="2788920"/>
            <a:ext cx="10545775" cy="640080"/>
          </a:xfrm>
          <a:prstGeom prst="rect">
            <a:avLst/>
          </a:prstGeom>
          <a:solidFill>
            <a:srgbClr val="1E27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1" name="Connector 10"/>
          <p:cNvCxnSpPr/>
          <p:nvPr/>
        </p:nvCxnSpPr>
        <p:spPr>
          <a:xfrm>
            <a:off x="822960" y="2788920"/>
            <a:ext cx="10545775" cy="0"/>
          </a:xfrm>
          <a:prstGeom prst="line">
            <a:avLst/>
          </a:prstGeom>
          <a:ln w="7620">
            <a:solidFill>
              <a:srgbClr val="2A3556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TextBox 11"/>
          <p:cNvSpPr txBox="1"/>
          <p:nvPr/>
        </p:nvSpPr>
        <p:spPr>
          <a:xfrm>
            <a:off x="1005840" y="2916936"/>
            <a:ext cx="3149498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250" b="0" i="0">
                <a:solidFill>
                  <a:srgbClr val="EEF2FF"/>
                </a:solidFill>
                <a:latin typeface="Segoe UI"/>
                <a:ea typeface="微软雅黑"/>
                <a:cs typeface="微软雅黑"/>
              </a:rPr>
              <a:t>项一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521098" y="2916936"/>
            <a:ext cx="3149498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250" b="0" i="0">
                <a:solidFill>
                  <a:srgbClr val="EEF2FF"/>
                </a:solidFill>
                <a:latin typeface="Segoe UI"/>
                <a:ea typeface="微软雅黑"/>
                <a:cs typeface="微软雅黑"/>
              </a:rPr>
              <a:t>在此填内容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036356" y="2916936"/>
            <a:ext cx="3149498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250" b="0" i="0">
                <a:solidFill>
                  <a:srgbClr val="EEF2FF"/>
                </a:solidFill>
                <a:latin typeface="Segoe UI"/>
                <a:ea typeface="微软雅黑"/>
                <a:cs typeface="微软雅黑"/>
              </a:rPr>
              <a:t>在此填备注</a:t>
            </a:r>
          </a:p>
        </p:txBody>
      </p:sp>
      <p:cxnSp>
        <p:nvCxnSpPr>
          <p:cNvPr id="15" name="Connector 14"/>
          <p:cNvCxnSpPr/>
          <p:nvPr/>
        </p:nvCxnSpPr>
        <p:spPr>
          <a:xfrm>
            <a:off x="822960" y="3429000"/>
            <a:ext cx="10545775" cy="0"/>
          </a:xfrm>
          <a:prstGeom prst="line">
            <a:avLst/>
          </a:prstGeom>
          <a:ln w="7620">
            <a:solidFill>
              <a:srgbClr val="2A3556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" name="TextBox 15"/>
          <p:cNvSpPr txBox="1"/>
          <p:nvPr/>
        </p:nvSpPr>
        <p:spPr>
          <a:xfrm>
            <a:off x="1005840" y="3557016"/>
            <a:ext cx="3149498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250" b="0" i="0">
                <a:solidFill>
                  <a:srgbClr val="EEF2FF"/>
                </a:solidFill>
                <a:latin typeface="Segoe UI"/>
                <a:ea typeface="微软雅黑"/>
                <a:cs typeface="微软雅黑"/>
              </a:rPr>
              <a:t>项二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521098" y="3557016"/>
            <a:ext cx="3149498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250" b="0" i="0">
                <a:solidFill>
                  <a:srgbClr val="EEF2FF"/>
                </a:solidFill>
                <a:latin typeface="Segoe UI"/>
                <a:ea typeface="微软雅黑"/>
                <a:cs typeface="微软雅黑"/>
              </a:rPr>
              <a:t>在此填内容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036356" y="3557016"/>
            <a:ext cx="3149498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250" b="0" i="0">
                <a:solidFill>
                  <a:srgbClr val="EEF2FF"/>
                </a:solidFill>
                <a:latin typeface="Segoe UI"/>
                <a:ea typeface="微软雅黑"/>
                <a:cs typeface="微软雅黑"/>
              </a:rPr>
              <a:t>在此填备注</a:t>
            </a:r>
          </a:p>
        </p:txBody>
      </p:sp>
      <p:sp>
        <p:nvSpPr>
          <p:cNvPr id="19" name="Rectangle 18"/>
          <p:cNvSpPr/>
          <p:nvPr/>
        </p:nvSpPr>
        <p:spPr>
          <a:xfrm>
            <a:off x="822960" y="4069079"/>
            <a:ext cx="10545775" cy="640080"/>
          </a:xfrm>
          <a:prstGeom prst="rect">
            <a:avLst/>
          </a:prstGeom>
          <a:solidFill>
            <a:srgbClr val="1E27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20" name="Connector 19"/>
          <p:cNvCxnSpPr/>
          <p:nvPr/>
        </p:nvCxnSpPr>
        <p:spPr>
          <a:xfrm>
            <a:off x="822960" y="4069079"/>
            <a:ext cx="10545775" cy="0"/>
          </a:xfrm>
          <a:prstGeom prst="line">
            <a:avLst/>
          </a:prstGeom>
          <a:ln w="7620">
            <a:solidFill>
              <a:srgbClr val="2A3556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1" name="TextBox 20"/>
          <p:cNvSpPr txBox="1"/>
          <p:nvPr/>
        </p:nvSpPr>
        <p:spPr>
          <a:xfrm>
            <a:off x="1005840" y="4197095"/>
            <a:ext cx="3149498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250" b="0" i="0">
                <a:solidFill>
                  <a:srgbClr val="EEF2FF"/>
                </a:solidFill>
                <a:latin typeface="Segoe UI"/>
                <a:ea typeface="微软雅黑"/>
                <a:cs typeface="微软雅黑"/>
              </a:rPr>
              <a:t>项三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521098" y="4197095"/>
            <a:ext cx="3149498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250" b="0" i="0">
                <a:solidFill>
                  <a:srgbClr val="EEF2FF"/>
                </a:solidFill>
                <a:latin typeface="Segoe UI"/>
                <a:ea typeface="微软雅黑"/>
                <a:cs typeface="微软雅黑"/>
              </a:rPr>
              <a:t>在此填内容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036356" y="4197095"/>
            <a:ext cx="3149498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250" b="0" i="0">
                <a:solidFill>
                  <a:srgbClr val="EEF2FF"/>
                </a:solidFill>
                <a:latin typeface="Segoe UI"/>
                <a:ea typeface="微软雅黑"/>
                <a:cs typeface="微软雅黑"/>
              </a:rPr>
              <a:t>在此填备注</a:t>
            </a:r>
          </a:p>
        </p:txBody>
      </p:sp>
      <p:sp>
        <p:nvSpPr>
          <p:cNvPr id="24" name="Rectangle 23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2A355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9AA7CC"/>
                </a:solidFill>
                <a:latin typeface="Segoe UI"/>
                <a:ea typeface="微软雅黑"/>
                <a:cs typeface="微软雅黑"/>
              </a:rPr>
              <a:t>渐变流体  ·  Gradient Flow</a:t>
            </a:r>
          </a:p>
        </p:txBody>
      </p:sp>
    </p:spTree>
  </p:cSld>
  <p:clrMapOvr>
    <a:masterClrMapping/>
  </p:clrMapOvr>
  <p:transition spd="med">
    <p:wipe dir="u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5" dur="690" fill="hold" nodeType="clickEffect" grpId="0" presetID="37" presetClass="entr" presetSubtype="0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edge">
                                <p:cBhvr>
                                  <p:cTn id="51" dur="690"/>
                                  <p:tgtEl>
                                    <p:spTgt spid="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7" dur="810" fill="hold" nodeType="afterEffect" grpId="0" presetID="52" presetClass="entr" presetSubtype="0">
                            <p:stCondLst>
                              <p:cond delay="130"/>
                            </p:stCondLst>
                            <p:childTnLst>
                              <p:set>
                                <p:cBhvr>
                                  <p:cTn id="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randombar(horizontal)">
                                <p:cBhvr>
                                  <p:cTn id="71" dur="810"/>
                                  <p:tgtEl>
                                    <p:spTgt spid="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9" dur="450" fill="hold" nodeType="afterEffect" grpId="0" presetID="21" presetClass="entr" presetSubtype="1">
                            <p:stCondLst>
                              <p:cond delay="260"/>
                            </p:stCondLst>
                            <p:childTnLst>
                              <p:set>
                                <p:cBhvr>
                                  <p:cTn id="1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1)">
                                <p:cBhvr>
                                  <p:cTn id="91" dur="450"/>
                                  <p:tgtEl>
                                    <p:spTgt spid="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1" dur="570" fill="hold" nodeType="afterEffect" grpId="0" presetID="22" presetClass="entr" presetSubtype="4">
                            <p:stCondLst>
                              <p:cond delay="390"/>
                            </p:stCondLst>
                            <p:childTnLst>
                              <p:set>
                                <p:cBhvr>
                                  <p:cTn id="1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down)">
                                <p:cBhvr>
                                  <p:cTn id="111" dur="570"/>
                                  <p:tgtEl>
                                    <p:spTgt spid="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3" dur="690" fill="hold" nodeType="afterEffect" grpId="0" presetID="9" presetClass="entr" presetSubtype="0">
                            <p:stCondLst>
                              <p:cond delay="520"/>
                            </p:stCondLst>
                            <p:childTnLst>
                              <p:set>
                                <p:cBhvr>
                                  <p:cTn id="1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131" dur="690"/>
                                  <p:tgtEl>
                                    <p:spTgt spid="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5" dur="810" fill="hold" nodeType="afterEffect" grpId="0" presetID="22" presetClass="entr" presetSubtype="2">
                            <p:stCondLst>
                              <p:cond delay="650"/>
                            </p:stCondLst>
                            <p:childTnLst>
                              <p:set>
                                <p:cBhvr>
                                  <p:cTn id="1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right)">
                                <p:cBhvr>
                                  <p:cTn id="151" dur="810"/>
                                  <p:tgtEl>
                                    <p:spTgt spid="8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7" dur="450" fill="hold" nodeType="afterEffect" grpId="0" presetID="18" presetClass="entr" presetSubtype="12">
                            <p:stCondLst>
                              <p:cond delay="780"/>
                            </p:stCondLst>
                            <p:childTnLst>
                              <p:set>
                                <p:cBhvr>
                                  <p:cTn id="1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9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ircle(in)">
                                <p:cBhvr>
                                  <p:cTn id="171" dur="450"/>
                                  <p:tgtEl>
                                    <p:spTgt spid="9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9" dur="570" fill="hold" nodeType="afterEffect" grpId="0" presetID="22" presetClass="entr" presetSubtype="1">
                            <p:stCondLst>
                              <p:cond delay="910"/>
                            </p:stCondLst>
                            <p:childTnLst>
                              <p:set>
                                <p:cBhvr>
                                  <p:cTn id="2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0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up)">
                                <p:cBhvr>
                                  <p:cTn id="191" dur="570"/>
                                  <p:tgtEl>
                                    <p:spTgt spid="10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1" dur="690" fill="hold" nodeType="afterEffect" grpId="0" presetID="42" presetClass="entr" presetSubtype="10">
                            <p:stCondLst>
                              <p:cond delay="1040"/>
                            </p:stCondLst>
                            <p:childTnLst>
                              <p:set>
                                <p:cBhvr>
                                  <p:cTn id="2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1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linds(horizontal)">
                                <p:cBhvr>
                                  <p:cTn id="211" dur="690"/>
                                  <p:tgtEl>
                                    <p:spTgt spid="11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3" dur="810" fill="hold" nodeType="afterEffect" grpId="0" presetID="43" presetClass="entr" presetSubtype="0">
                            <p:stCondLst>
                              <p:cond delay="1170"/>
                            </p:stCondLst>
                            <p:childTnLst>
                              <p:set>
                                <p:cBhvr>
                                  <p:cTn id="2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2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heckerboard(across)">
                                <p:cBhvr>
                                  <p:cTn id="231" dur="810"/>
                                  <p:tgtEl>
                                    <p:spTgt spid="12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5" dur="450" fill="hold" nodeType="afterEffect" grpId="0" presetID="21" presetClass="entr" presetSubtype="2">
                            <p:stCondLst>
                              <p:cond delay="1300"/>
                            </p:stCondLst>
                            <p:childTnLst>
                              <p:set>
                                <p:cBhvr>
                                  <p:cTn id="2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2)">
                                <p:cBhvr>
                                  <p:cTn id="251" dur="450"/>
                                  <p:tgtEl>
                                    <p:spTgt spid="1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7" dur="570" fill="hold" nodeType="afterEffect" grpId="0" presetID="10" presetClass="entr" presetSubtype="0">
                            <p:stCondLst>
                              <p:cond delay="1430"/>
                            </p:stCondLst>
                            <p:childTnLst>
                              <p:set>
                                <p:cBhvr>
                                  <p:cTn id="2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dissolve">
                                <p:cBhvr>
                                  <p:cTn id="271" dur="570"/>
                                  <p:tgtEl>
                                    <p:spTgt spid="1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9" dur="690" fill="hold" nodeType="afterEffect" grpId="0" presetID="25" presetClass="entr" presetSubtype="1">
                            <p:stCondLst>
                              <p:cond delay="1560"/>
                            </p:stCondLst>
                            <p:childTnLst>
                              <p:set>
                                <p:cBhvr>
                                  <p:cTn id="3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strips(downRight)">
                                <p:cBhvr>
                                  <p:cTn id="291" dur="690"/>
                                  <p:tgtEl>
                                    <p:spTgt spid="1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31" dur="810" fill="hold" nodeType="afterEffect" grpId="0" presetID="45" presetClass="entr" presetSubtype="1">
                            <p:stCondLst>
                              <p:cond delay="1690"/>
                            </p:stCondLst>
                            <p:childTnLst>
                              <p:set>
                                <p:cBhvr>
                                  <p:cTn id="3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arn(inHorizontal)">
                                <p:cBhvr>
                                  <p:cTn id="311" dur="810"/>
                                  <p:tgtEl>
                                    <p:spTgt spid="16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41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66928"/>
            <a:ext cx="7772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1" i="0">
                <a:solidFill>
                  <a:srgbClr val="6C8CFF"/>
                </a:solidFill>
                <a:latin typeface="Segoe UI"/>
                <a:ea typeface="微软雅黑"/>
                <a:cs typeface="微软雅黑"/>
              </a:rPr>
              <a:t>KEY POINTS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868680"/>
            <a:ext cx="106070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EEF2FF"/>
                </a:solidFill>
                <a:latin typeface="Segoe UI"/>
                <a:ea typeface="微软雅黑"/>
                <a:cs typeface="微软雅黑"/>
              </a:rPr>
              <a:t>图集 / 案例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1572768"/>
            <a:ext cx="566928" cy="50292"/>
          </a:xfrm>
          <a:prstGeom prst="rect">
            <a:avLst/>
          </a:prstGeom>
          <a:solidFill>
            <a:srgbClr val="6C8C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822960" y="2103120"/>
            <a:ext cx="3332378" cy="1805940"/>
          </a:xfrm>
          <a:prstGeom prst="rect">
            <a:avLst/>
          </a:prstGeom>
          <a:solidFill>
            <a:srgbClr val="1E2740"/>
          </a:solidFill>
          <a:ln w="12700">
            <a:solidFill>
              <a:srgbClr val="2A3556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22960" y="2841497"/>
            <a:ext cx="3332378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200" b="0" i="0">
                <a:solidFill>
                  <a:srgbClr val="9AA7CC"/>
                </a:solidFill>
                <a:latin typeface="Segoe UI"/>
                <a:ea typeface="微软雅黑"/>
                <a:cs typeface="微软雅黑"/>
              </a:rPr>
              <a:t>作品 1</a:t>
            </a:r>
          </a:p>
        </p:txBody>
      </p:sp>
      <p:sp>
        <p:nvSpPr>
          <p:cNvPr id="8" name="Rectangle 7"/>
          <p:cNvSpPr/>
          <p:nvPr/>
        </p:nvSpPr>
        <p:spPr>
          <a:xfrm>
            <a:off x="4429658" y="2103120"/>
            <a:ext cx="3332378" cy="1805940"/>
          </a:xfrm>
          <a:prstGeom prst="rect">
            <a:avLst/>
          </a:prstGeom>
          <a:solidFill>
            <a:srgbClr val="1E2740"/>
          </a:solidFill>
          <a:ln w="12700">
            <a:solidFill>
              <a:srgbClr val="2A3556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429658" y="2841497"/>
            <a:ext cx="3332378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200" b="0" i="0">
                <a:solidFill>
                  <a:srgbClr val="9AA7CC"/>
                </a:solidFill>
                <a:latin typeface="Segoe UI"/>
                <a:ea typeface="微软雅黑"/>
                <a:cs typeface="微软雅黑"/>
              </a:rPr>
              <a:t>作品 2</a:t>
            </a:r>
          </a:p>
        </p:txBody>
      </p:sp>
      <p:sp>
        <p:nvSpPr>
          <p:cNvPr id="10" name="Rectangle 9"/>
          <p:cNvSpPr/>
          <p:nvPr/>
        </p:nvSpPr>
        <p:spPr>
          <a:xfrm>
            <a:off x="8036356" y="2103120"/>
            <a:ext cx="3332378" cy="1805940"/>
          </a:xfrm>
          <a:prstGeom prst="rect">
            <a:avLst/>
          </a:prstGeom>
          <a:solidFill>
            <a:srgbClr val="1E2740"/>
          </a:solidFill>
          <a:ln w="12700">
            <a:solidFill>
              <a:srgbClr val="2A3556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036356" y="2841497"/>
            <a:ext cx="3332378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200" b="0" i="0">
                <a:solidFill>
                  <a:srgbClr val="9AA7CC"/>
                </a:solidFill>
                <a:latin typeface="Segoe UI"/>
                <a:ea typeface="微软雅黑"/>
                <a:cs typeface="微软雅黑"/>
              </a:rPr>
              <a:t>作品 3</a:t>
            </a:r>
          </a:p>
        </p:txBody>
      </p:sp>
      <p:sp>
        <p:nvSpPr>
          <p:cNvPr id="12" name="Rectangle 11"/>
          <p:cNvSpPr/>
          <p:nvPr/>
        </p:nvSpPr>
        <p:spPr>
          <a:xfrm>
            <a:off x="822960" y="4183379"/>
            <a:ext cx="3332378" cy="1805940"/>
          </a:xfrm>
          <a:prstGeom prst="rect">
            <a:avLst/>
          </a:prstGeom>
          <a:solidFill>
            <a:srgbClr val="1E2740"/>
          </a:solidFill>
          <a:ln w="12700">
            <a:solidFill>
              <a:srgbClr val="2A3556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22960" y="4921757"/>
            <a:ext cx="3332378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200" b="0" i="0">
                <a:solidFill>
                  <a:srgbClr val="9AA7CC"/>
                </a:solidFill>
                <a:latin typeface="Segoe UI"/>
                <a:ea typeface="微软雅黑"/>
                <a:cs typeface="微软雅黑"/>
              </a:rPr>
              <a:t>作品 4</a:t>
            </a:r>
          </a:p>
        </p:txBody>
      </p:sp>
      <p:sp>
        <p:nvSpPr>
          <p:cNvPr id="14" name="Rectangle 13"/>
          <p:cNvSpPr/>
          <p:nvPr/>
        </p:nvSpPr>
        <p:spPr>
          <a:xfrm>
            <a:off x="4429658" y="4183379"/>
            <a:ext cx="3332378" cy="1805940"/>
          </a:xfrm>
          <a:prstGeom prst="rect">
            <a:avLst/>
          </a:prstGeom>
          <a:solidFill>
            <a:srgbClr val="1E2740"/>
          </a:solidFill>
          <a:ln w="12700">
            <a:solidFill>
              <a:srgbClr val="2A3556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429658" y="4921757"/>
            <a:ext cx="3332378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200" b="0" i="0">
                <a:solidFill>
                  <a:srgbClr val="9AA7CC"/>
                </a:solidFill>
                <a:latin typeface="Segoe UI"/>
                <a:ea typeface="微软雅黑"/>
                <a:cs typeface="微软雅黑"/>
              </a:rPr>
              <a:t>作品 5</a:t>
            </a:r>
          </a:p>
        </p:txBody>
      </p:sp>
      <p:sp>
        <p:nvSpPr>
          <p:cNvPr id="16" name="Rectangle 15"/>
          <p:cNvSpPr/>
          <p:nvPr/>
        </p:nvSpPr>
        <p:spPr>
          <a:xfrm>
            <a:off x="8036356" y="4183379"/>
            <a:ext cx="3332378" cy="1805940"/>
          </a:xfrm>
          <a:prstGeom prst="rect">
            <a:avLst/>
          </a:prstGeom>
          <a:solidFill>
            <a:srgbClr val="1E2740"/>
          </a:solidFill>
          <a:ln w="12700">
            <a:solidFill>
              <a:srgbClr val="2A3556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036356" y="4921757"/>
            <a:ext cx="3332378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200" b="0" i="0">
                <a:solidFill>
                  <a:srgbClr val="9AA7CC"/>
                </a:solidFill>
                <a:latin typeface="Segoe UI"/>
                <a:ea typeface="微软雅黑"/>
                <a:cs typeface="微软雅黑"/>
              </a:rPr>
              <a:t>作品 6</a:t>
            </a:r>
          </a:p>
        </p:txBody>
      </p:sp>
      <p:sp>
        <p:nvSpPr>
          <p:cNvPr id="18" name="Rectangle 17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2A355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9AA7CC"/>
                </a:solidFill>
                <a:latin typeface="Segoe UI"/>
                <a:ea typeface="微软雅黑"/>
                <a:cs typeface="微软雅黑"/>
              </a:rPr>
              <a:t>渐变流体  ·  Gradient Flow</a:t>
            </a:r>
          </a:p>
        </p:txBody>
      </p:sp>
    </p:spTree>
  </p:cSld>
  <p:clrMapOvr>
    <a:masterClrMapping/>
  </p:clrMapOvr>
  <p:transition spd="med">
    <p:split orient="horz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5" dur="810" fill="hold" nodeType="clickEffect" grpId="0" presetID="52" presetClass="entr" presetSubtype="0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randombar(horizontal)">
                                <p:cBhvr>
                                  <p:cTn id="51" dur="810"/>
                                  <p:tgtEl>
                                    <p:spTgt spid="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7" dur="450" fill="hold" nodeType="afterEffect" grpId="0" presetID="21" presetClass="entr" presetSubtype="1">
                            <p:stCondLst>
                              <p:cond delay="130"/>
                            </p:stCondLst>
                            <p:childTnLst>
                              <p:set>
                                <p:cBhvr>
                                  <p:cTn id="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1)">
                                <p:cBhvr>
                                  <p:cTn id="71" dur="450"/>
                                  <p:tgtEl>
                                    <p:spTgt spid="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9" dur="570" fill="hold" nodeType="afterEffect" grpId="0" presetID="22" presetClass="entr" presetSubtype="4">
                            <p:stCondLst>
                              <p:cond delay="260"/>
                            </p:stCondLst>
                            <p:childTnLst>
                              <p:set>
                                <p:cBhvr>
                                  <p:cTn id="1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down)">
                                <p:cBhvr>
                                  <p:cTn id="91" dur="570"/>
                                  <p:tgtEl>
                                    <p:spTgt spid="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1" dur="690" fill="hold" nodeType="afterEffect" grpId="0" presetID="9" presetClass="entr" presetSubtype="0">
                            <p:stCondLst>
                              <p:cond delay="390"/>
                            </p:stCondLst>
                            <p:childTnLst>
                              <p:set>
                                <p:cBhvr>
                                  <p:cTn id="1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111" dur="690"/>
                                  <p:tgtEl>
                                    <p:spTgt spid="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3" dur="810" fill="hold" nodeType="afterEffect" grpId="0" presetID="22" presetClass="entr" presetSubtype="2">
                            <p:stCondLst>
                              <p:cond delay="520"/>
                            </p:stCondLst>
                            <p:childTnLst>
                              <p:set>
                                <p:cBhvr>
                                  <p:cTn id="1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right)">
                                <p:cBhvr>
                                  <p:cTn id="131" dur="810"/>
                                  <p:tgtEl>
                                    <p:spTgt spid="8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5" dur="450" fill="hold" nodeType="afterEffect" grpId="0" presetID="18" presetClass="entr" presetSubtype="12">
                            <p:stCondLst>
                              <p:cond delay="650"/>
                            </p:stCondLst>
                            <p:childTnLst>
                              <p:set>
                                <p:cBhvr>
                                  <p:cTn id="1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0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ircle(in)">
                                <p:cBhvr>
                                  <p:cTn id="151" dur="450"/>
                                  <p:tgtEl>
                                    <p:spTgt spid="10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7" dur="570" fill="hold" nodeType="afterEffect" grpId="0" presetID="22" presetClass="entr" presetSubtype="1">
                            <p:stCondLst>
                              <p:cond delay="780"/>
                            </p:stCondLst>
                            <p:childTnLst>
                              <p:set>
                                <p:cBhvr>
                                  <p:cTn id="1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up)">
                                <p:cBhvr>
                                  <p:cTn id="171" dur="570"/>
                                  <p:tgtEl>
                                    <p:spTgt spid="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9" dur="690" fill="hold" nodeType="afterEffect" grpId="0" presetID="42" presetClass="entr" presetSubtype="10">
                            <p:stCondLst>
                              <p:cond delay="910"/>
                            </p:stCondLst>
                            <p:childTnLst>
                              <p:set>
                                <p:cBhvr>
                                  <p:cTn id="2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9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linds(horizontal)">
                                <p:cBhvr>
                                  <p:cTn id="191" dur="690"/>
                                  <p:tgtEl>
                                    <p:spTgt spid="9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1" dur="810" fill="hold" nodeType="afterEffect" grpId="0" presetID="43" presetClass="entr" presetSubtype="0">
                            <p:stCondLst>
                              <p:cond delay="1040"/>
                            </p:stCondLst>
                            <p:childTnLst>
                              <p:set>
                                <p:cBhvr>
                                  <p:cTn id="2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1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heckerboard(across)">
                                <p:cBhvr>
                                  <p:cTn id="211" dur="810"/>
                                  <p:tgtEl>
                                    <p:spTgt spid="11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3" dur="450" fill="hold" nodeType="afterEffect" grpId="0" presetID="21" presetClass="entr" presetSubtype="2">
                            <p:stCondLst>
                              <p:cond delay="1170"/>
                            </p:stCondLst>
                            <p:childTnLst>
                              <p:set>
                                <p:cBhvr>
                                  <p:cTn id="2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2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2)">
                                <p:cBhvr>
                                  <p:cTn id="231" dur="450"/>
                                  <p:tgtEl>
                                    <p:spTgt spid="12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5" dur="570" fill="hold" nodeType="afterEffect" grpId="0" presetID="10" presetClass="entr" presetSubtype="0">
                            <p:stCondLst>
                              <p:cond delay="1300"/>
                            </p:stCondLst>
                            <p:childTnLst>
                              <p:set>
                                <p:cBhvr>
                                  <p:cTn id="2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dissolve">
                                <p:cBhvr>
                                  <p:cTn id="251" dur="570"/>
                                  <p:tgtEl>
                                    <p:spTgt spid="1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7" dur="690" fill="hold" nodeType="afterEffect" grpId="0" presetID="25" presetClass="entr" presetSubtype="1">
                            <p:stCondLst>
                              <p:cond delay="1430"/>
                            </p:stCondLst>
                            <p:childTnLst>
                              <p:set>
                                <p:cBhvr>
                                  <p:cTn id="2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strips(downRight)">
                                <p:cBhvr>
                                  <p:cTn id="271" dur="690"/>
                                  <p:tgtEl>
                                    <p:spTgt spid="1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9" dur="810" fill="hold" nodeType="afterEffect" grpId="0" presetID="45" presetClass="entr" presetSubtype="1">
                            <p:stCondLst>
                              <p:cond delay="1560"/>
                            </p:stCondLst>
                            <p:childTnLst>
                              <p:set>
                                <p:cBhvr>
                                  <p:cTn id="3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arn(inHorizontal)">
                                <p:cBhvr>
                                  <p:cTn id="291" dur="810"/>
                                  <p:tgtEl>
                                    <p:spTgt spid="1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31" dur="450" fill="hold" nodeType="afterEffect" grpId="0" presetID="22" presetClass="entr" presetSubtype="8">
                            <p:stCondLst>
                              <p:cond delay="1690"/>
                            </p:stCondLst>
                            <p:childTnLst>
                              <p:set>
                                <p:cBhvr>
                                  <p:cTn id="3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left)">
                                <p:cBhvr>
                                  <p:cTn id="311" dur="450"/>
                                  <p:tgtEl>
                                    <p:spTgt spid="15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41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8229600" y="-1280160"/>
            <a:ext cx="5486400" cy="5486400"/>
          </a:xfrm>
          <a:prstGeom prst="ellipse">
            <a:avLst/>
          </a:prstGeom>
          <a:solidFill>
            <a:srgbClr val="6C8CFF">
              <a:alpha val="2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7498079" y="2377440"/>
            <a:ext cx="6583680" cy="6583680"/>
          </a:xfrm>
          <a:prstGeom prst="ellipse">
            <a:avLst/>
          </a:prstGeom>
          <a:solidFill>
            <a:srgbClr val="FF8FB1">
              <a:alpha val="14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22960" y="1920240"/>
            <a:ext cx="2743200" cy="1463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95000"/>
              </a:lnSpc>
              <a:spcAft>
                <a:spcPts val="400"/>
              </a:spcAft>
            </a:pPr>
            <a:r>
              <a:rPr sz="9600" b="1" i="0">
                <a:solidFill>
                  <a:srgbClr val="6C8CFF"/>
                </a:solidFill>
                <a:latin typeface="Segoe UI"/>
                <a:ea typeface="微软雅黑"/>
                <a:cs typeface="微软雅黑"/>
              </a:rPr>
              <a:t>02</a:t>
            </a:r>
          </a:p>
        </p:txBody>
      </p:sp>
      <p:sp>
        <p:nvSpPr>
          <p:cNvPr id="6" name="Rectangle 5"/>
          <p:cNvSpPr/>
          <p:nvPr/>
        </p:nvSpPr>
        <p:spPr>
          <a:xfrm>
            <a:off x="822960" y="3520440"/>
            <a:ext cx="566928" cy="54864"/>
          </a:xfrm>
          <a:prstGeom prst="rect">
            <a:avLst/>
          </a:prstGeom>
          <a:solidFill>
            <a:srgbClr val="EEF2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22960" y="3703320"/>
            <a:ext cx="868680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3400" b="1" i="0">
                <a:solidFill>
                  <a:srgbClr val="EEF2FF"/>
                </a:solidFill>
                <a:latin typeface="Segoe UI"/>
                <a:ea typeface="微软雅黑"/>
                <a:cs typeface="微软雅黑"/>
              </a:rPr>
              <a:t>趋势分析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22960" y="4709160"/>
            <a:ext cx="78638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500" b="0" i="0">
                <a:solidFill>
                  <a:srgbClr val="9AA7CC"/>
                </a:solidFill>
                <a:latin typeface="Segoe UI"/>
                <a:ea typeface="微软雅黑"/>
                <a:cs typeface="微软雅黑"/>
              </a:rPr>
              <a:t>在此输入本章导语 · 一句话点题</a:t>
            </a:r>
          </a:p>
        </p:txBody>
      </p:sp>
      <p:sp>
        <p:nvSpPr>
          <p:cNvPr id="9" name="Rectangle 8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2A355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9AA7CC"/>
                </a:solidFill>
                <a:latin typeface="Segoe UI"/>
                <a:ea typeface="微软雅黑"/>
                <a:cs typeface="微软雅黑"/>
              </a:rPr>
              <a:t>渐变流体  ·  Gradient Flow</a:t>
            </a:r>
          </a:p>
        </p:txBody>
      </p:sp>
    </p:spTree>
  </p:cSld>
  <p:clrMapOvr>
    <a:masterClrMapping/>
  </p:clrMapOvr>
  <p:transition spd="med">
    <p:blinds dir="horz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5" dur="450" fill="hold" nodeType="clickEffect" grpId="0" presetID="21" presetClass="entr" presetSubtype="1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1)">
                                <p:cBhvr>
                                  <p:cTn id="51" dur="450"/>
                                  <p:tgtEl>
                                    <p:spTgt spid="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7" dur="570" fill="hold" nodeType="afterEffect" grpId="0" presetID="22" presetClass="entr" presetSubtype="4">
                            <p:stCondLst>
                              <p:cond delay="130"/>
                            </p:stCondLst>
                            <p:childTnLst>
                              <p:set>
                                <p:cBhvr>
                                  <p:cTn id="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down)">
                                <p:cBhvr>
                                  <p:cTn id="71" dur="570"/>
                                  <p:tgtEl>
                                    <p:spTgt spid="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9" dur="690" fill="hold" nodeType="afterEffect" grpId="0" presetID="9" presetClass="entr" presetSubtype="0">
                            <p:stCondLst>
                              <p:cond delay="260"/>
                            </p:stCondLst>
                            <p:childTnLst>
                              <p:set>
                                <p:cBhvr>
                                  <p:cTn id="1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91" dur="690"/>
                                  <p:tgtEl>
                                    <p:spTgt spid="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1" dur="810" fill="hold" nodeType="afterEffect" grpId="0" presetID="22" presetClass="entr" presetSubtype="2">
                            <p:stCondLst>
                              <p:cond delay="390"/>
                            </p:stCondLst>
                            <p:childTnLst>
                              <p:set>
                                <p:cBhvr>
                                  <p:cTn id="1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right)">
                                <p:cBhvr>
                                  <p:cTn id="111" dur="810"/>
                                  <p:tgtEl>
                                    <p:spTgt spid="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3" dur="450" fill="hold" nodeType="afterEffect" grpId="0" presetID="18" presetClass="entr" presetSubtype="12">
                            <p:stCondLst>
                              <p:cond delay="520"/>
                            </p:stCondLst>
                            <p:childTnLst>
                              <p:set>
                                <p:cBhvr>
                                  <p:cTn id="1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ircle(in)">
                                <p:cBhvr>
                                  <p:cTn id="131" dur="450"/>
                                  <p:tgtEl>
                                    <p:spTgt spid="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5" dur="570" fill="hold" nodeType="afterEffect" grpId="0" presetID="22" presetClass="entr" presetSubtype="1">
                            <p:stCondLst>
                              <p:cond delay="650"/>
                            </p:stCondLst>
                            <p:childTnLst>
                              <p:set>
                                <p:cBhvr>
                                  <p:cTn id="1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up)">
                                <p:cBhvr>
                                  <p:cTn id="151" dur="570"/>
                                  <p:tgtEl>
                                    <p:spTgt spid="8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7" dur="690" fill="hold" nodeType="afterEffect" grpId="0" presetID="42" presetClass="entr" presetSubtype="10">
                            <p:stCondLst>
                              <p:cond delay="780"/>
                            </p:stCondLst>
                            <p:childTnLst>
                              <p:set>
                                <p:cBhvr>
                                  <p:cTn id="1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9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linds(horizontal)">
                                <p:cBhvr>
                                  <p:cTn id="171" dur="690"/>
                                  <p:tgtEl>
                                    <p:spTgt spid="9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9" dur="810" fill="hold" nodeType="afterEffect" grpId="0" presetID="43" presetClass="entr" presetSubtype="0">
                            <p:stCondLst>
                              <p:cond delay="910"/>
                            </p:stCondLst>
                            <p:childTnLst>
                              <p:set>
                                <p:cBhvr>
                                  <p:cTn id="2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0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heckerboard(across)">
                                <p:cBhvr>
                                  <p:cTn id="191" dur="810"/>
                                  <p:tgtEl>
                                    <p:spTgt spid="10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41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8229600" y="-1280160"/>
            <a:ext cx="5486400" cy="5486400"/>
          </a:xfrm>
          <a:prstGeom prst="ellipse">
            <a:avLst/>
          </a:prstGeom>
          <a:solidFill>
            <a:srgbClr val="6C8CFF">
              <a:alpha val="2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7498079" y="2377440"/>
            <a:ext cx="6583680" cy="6583680"/>
          </a:xfrm>
          <a:prstGeom prst="ellipse">
            <a:avLst/>
          </a:prstGeom>
          <a:solidFill>
            <a:srgbClr val="FF8FB1">
              <a:alpha val="14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914400" y="1463040"/>
            <a:ext cx="1828800" cy="1280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000" b="1" i="0">
                <a:solidFill>
                  <a:srgbClr val="6C8CFF"/>
                </a:solidFill>
                <a:latin typeface="Segoe UI"/>
                <a:ea typeface="微软雅黑"/>
                <a:cs typeface="微软雅黑"/>
              </a:rPr>
              <a:t>“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280160" y="2651760"/>
            <a:ext cx="9601200" cy="2011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  <a:spcAft>
                <a:spcPts val="400"/>
              </a:spcAft>
            </a:pPr>
            <a:r>
              <a:rPr sz="2600" b="0" i="0">
                <a:solidFill>
                  <a:srgbClr val="EEF2FF"/>
                </a:solidFill>
                <a:latin typeface="Segoe UI"/>
                <a:ea typeface="微软雅黑"/>
                <a:cs typeface="微软雅黑"/>
              </a:rPr>
              <a:t>在此输入一条数据洞察。</a:t>
            </a:r>
          </a:p>
        </p:txBody>
      </p:sp>
      <p:sp>
        <p:nvSpPr>
          <p:cNvPr id="7" name="Rectangle 6"/>
          <p:cNvSpPr/>
          <p:nvPr/>
        </p:nvSpPr>
        <p:spPr>
          <a:xfrm>
            <a:off x="1280160" y="4754880"/>
            <a:ext cx="566928" cy="54864"/>
          </a:xfrm>
          <a:prstGeom prst="rect">
            <a:avLst/>
          </a:prstGeom>
          <a:solidFill>
            <a:srgbClr val="6C8C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280160" y="4937760"/>
            <a:ext cx="73152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500" b="0" i="0">
                <a:solidFill>
                  <a:srgbClr val="9AA7CC"/>
                </a:solidFill>
                <a:latin typeface="Segoe UI"/>
                <a:ea typeface="微软雅黑"/>
                <a:cs typeface="微软雅黑"/>
              </a:rPr>
              <a:t>— 署名 / 出处</a:t>
            </a:r>
          </a:p>
        </p:txBody>
      </p:sp>
      <p:sp>
        <p:nvSpPr>
          <p:cNvPr id="9" name="Rectangle 8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2A355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9AA7CC"/>
                </a:solidFill>
                <a:latin typeface="Segoe UI"/>
                <a:ea typeface="微软雅黑"/>
                <a:cs typeface="微软雅黑"/>
              </a:rPr>
              <a:t>渐变流体  ·  Gradient Flow</a:t>
            </a:r>
          </a:p>
        </p:txBody>
      </p:sp>
    </p:spTree>
  </p:cSld>
  <p:clrMapOvr>
    <a:masterClrMapping/>
  </p:clrMapOvr>
  <p:transition spd="med">
    <p:circle dir="in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5" dur="570" fill="hold" nodeType="clickEffect" grpId="0" presetID="22" presetClass="entr" presetSubtype="4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down)">
                                <p:cBhvr>
                                  <p:cTn id="51" dur="570"/>
                                  <p:tgtEl>
                                    <p:spTgt spid="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7" dur="690" fill="hold" nodeType="afterEffect" grpId="0" presetID="9" presetClass="entr" presetSubtype="0">
                            <p:stCondLst>
                              <p:cond delay="130"/>
                            </p:stCondLst>
                            <p:childTnLst>
                              <p:set>
                                <p:cBhvr>
                                  <p:cTn id="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71" dur="690"/>
                                  <p:tgtEl>
                                    <p:spTgt spid="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9" dur="810" fill="hold" nodeType="afterEffect" grpId="0" presetID="22" presetClass="entr" presetSubtype="2">
                            <p:stCondLst>
                              <p:cond delay="260"/>
                            </p:stCondLst>
                            <p:childTnLst>
                              <p:set>
                                <p:cBhvr>
                                  <p:cTn id="1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right)">
                                <p:cBhvr>
                                  <p:cTn id="91" dur="810"/>
                                  <p:tgtEl>
                                    <p:spTgt spid="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1" dur="450" fill="hold" nodeType="afterEffect" grpId="0" presetID="18" presetClass="entr" presetSubtype="12">
                            <p:stCondLst>
                              <p:cond delay="390"/>
                            </p:stCondLst>
                            <p:childTnLst>
                              <p:set>
                                <p:cBhvr>
                                  <p:cTn id="1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ircle(in)">
                                <p:cBhvr>
                                  <p:cTn id="111" dur="450"/>
                                  <p:tgtEl>
                                    <p:spTgt spid="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3" dur="570" fill="hold" nodeType="afterEffect" grpId="0" presetID="22" presetClass="entr" presetSubtype="1">
                            <p:stCondLst>
                              <p:cond delay="520"/>
                            </p:stCondLst>
                            <p:childTnLst>
                              <p:set>
                                <p:cBhvr>
                                  <p:cTn id="1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up)">
                                <p:cBhvr>
                                  <p:cTn id="131" dur="570"/>
                                  <p:tgtEl>
                                    <p:spTgt spid="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5" dur="690" fill="hold" nodeType="afterEffect" grpId="0" presetID="42" presetClass="entr" presetSubtype="10">
                            <p:stCondLst>
                              <p:cond delay="650"/>
                            </p:stCondLst>
                            <p:childTnLst>
                              <p:set>
                                <p:cBhvr>
                                  <p:cTn id="1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linds(horizontal)">
                                <p:cBhvr>
                                  <p:cTn id="151" dur="690"/>
                                  <p:tgtEl>
                                    <p:spTgt spid="8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7" dur="810" fill="hold" nodeType="afterEffect" grpId="0" presetID="43" presetClass="entr" presetSubtype="0">
                            <p:stCondLst>
                              <p:cond delay="780"/>
                            </p:stCondLst>
                            <p:childTnLst>
                              <p:set>
                                <p:cBhvr>
                                  <p:cTn id="1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9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heckerboard(across)">
                                <p:cBhvr>
                                  <p:cTn id="171" dur="810"/>
                                  <p:tgtEl>
                                    <p:spTgt spid="9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9" dur="450" fill="hold" nodeType="afterEffect" grpId="0" presetID="21" presetClass="entr" presetSubtype="2">
                            <p:stCondLst>
                              <p:cond delay="910"/>
                            </p:stCondLst>
                            <p:childTnLst>
                              <p:set>
                                <p:cBhvr>
                                  <p:cTn id="2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0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2)">
                                <p:cBhvr>
                                  <p:cTn id="191" dur="450"/>
                                  <p:tgtEl>
                                    <p:spTgt spid="10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41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66928"/>
            <a:ext cx="7772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1" i="0">
                <a:solidFill>
                  <a:srgbClr val="6C8CFF"/>
                </a:solidFill>
                <a:latin typeface="Segoe UI"/>
                <a:ea typeface="微软雅黑"/>
                <a:cs typeface="微软雅黑"/>
              </a:rPr>
              <a:t>TEAM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868680"/>
            <a:ext cx="106070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EEF2FF"/>
                </a:solidFill>
                <a:latin typeface="Segoe UI"/>
                <a:ea typeface="微软雅黑"/>
                <a:cs typeface="微软雅黑"/>
              </a:rPr>
              <a:t>团队 / 分工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1572768"/>
            <a:ext cx="566928" cy="50292"/>
          </a:xfrm>
          <a:prstGeom prst="rect">
            <a:avLst/>
          </a:prstGeom>
          <a:solidFill>
            <a:srgbClr val="6C8C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822960" y="2286000"/>
            <a:ext cx="3301898" cy="3291840"/>
          </a:xfrm>
          <a:prstGeom prst="roundRect">
            <a:avLst>
              <a:gd name="adj" fmla="val 18000"/>
            </a:avLst>
          </a:prstGeom>
          <a:solidFill>
            <a:srgbClr val="1E2740"/>
          </a:solidFill>
          <a:ln w="9525">
            <a:solidFill>
              <a:srgbClr val="2A355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1879549" y="2697480"/>
            <a:ext cx="1188720" cy="1188720"/>
          </a:xfrm>
          <a:prstGeom prst="ellipse">
            <a:avLst/>
          </a:prstGeom>
          <a:solidFill>
            <a:srgbClr val="2A355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879549" y="2697480"/>
            <a:ext cx="1188720" cy="11887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100" b="0" i="0">
                <a:solidFill>
                  <a:srgbClr val="9AA7CC"/>
                </a:solidFill>
                <a:latin typeface="Segoe UI"/>
                <a:ea typeface="微软雅黑"/>
                <a:cs typeface="微软雅黑"/>
              </a:rPr>
              <a:t>头像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05840" y="4114800"/>
            <a:ext cx="2936138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500" b="1" i="0">
                <a:solidFill>
                  <a:srgbClr val="EEF2FF"/>
                </a:solidFill>
                <a:latin typeface="Segoe UI"/>
                <a:ea typeface="微软雅黑"/>
                <a:cs typeface="微软雅黑"/>
              </a:rPr>
              <a:t>姓名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05840" y="4526280"/>
            <a:ext cx="2936138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200" b="0" i="0">
                <a:solidFill>
                  <a:srgbClr val="6C8CFF"/>
                </a:solidFill>
                <a:latin typeface="Segoe UI"/>
                <a:ea typeface="微软雅黑"/>
                <a:cs typeface="微软雅黑"/>
              </a:rPr>
              <a:t>角色一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444898" y="2286000"/>
            <a:ext cx="3301898" cy="3291840"/>
          </a:xfrm>
          <a:prstGeom prst="roundRect">
            <a:avLst>
              <a:gd name="adj" fmla="val 18000"/>
            </a:avLst>
          </a:prstGeom>
          <a:solidFill>
            <a:srgbClr val="1E2740"/>
          </a:solidFill>
          <a:ln w="9525">
            <a:solidFill>
              <a:srgbClr val="2A355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5501487" y="2697480"/>
            <a:ext cx="1188720" cy="1188720"/>
          </a:xfrm>
          <a:prstGeom prst="ellipse">
            <a:avLst/>
          </a:prstGeom>
          <a:solidFill>
            <a:srgbClr val="2A355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5501487" y="2697480"/>
            <a:ext cx="1188720" cy="11887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100" b="0" i="0">
                <a:solidFill>
                  <a:srgbClr val="9AA7CC"/>
                </a:solidFill>
                <a:latin typeface="Segoe UI"/>
                <a:ea typeface="微软雅黑"/>
                <a:cs typeface="微软雅黑"/>
              </a:rPr>
              <a:t>头像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627778" y="4114800"/>
            <a:ext cx="2936138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500" b="1" i="0">
                <a:solidFill>
                  <a:srgbClr val="EEF2FF"/>
                </a:solidFill>
                <a:latin typeface="Segoe UI"/>
                <a:ea typeface="微软雅黑"/>
                <a:cs typeface="微软雅黑"/>
              </a:rPr>
              <a:t>姓名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627778" y="4526280"/>
            <a:ext cx="2936138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200" b="0" i="0">
                <a:solidFill>
                  <a:srgbClr val="6C8CFF"/>
                </a:solidFill>
                <a:latin typeface="Segoe UI"/>
                <a:ea typeface="微软雅黑"/>
                <a:cs typeface="微软雅黑"/>
              </a:rPr>
              <a:t>角色二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066836" y="2286000"/>
            <a:ext cx="3301898" cy="3291840"/>
          </a:xfrm>
          <a:prstGeom prst="roundRect">
            <a:avLst>
              <a:gd name="adj" fmla="val 18000"/>
            </a:avLst>
          </a:prstGeom>
          <a:solidFill>
            <a:srgbClr val="1E2740"/>
          </a:solidFill>
          <a:ln w="9525">
            <a:solidFill>
              <a:srgbClr val="2A355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9123426" y="2697480"/>
            <a:ext cx="1188720" cy="1188720"/>
          </a:xfrm>
          <a:prstGeom prst="ellipse">
            <a:avLst/>
          </a:prstGeom>
          <a:solidFill>
            <a:srgbClr val="2A355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9123426" y="2697480"/>
            <a:ext cx="1188720" cy="11887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100" b="0" i="0">
                <a:solidFill>
                  <a:srgbClr val="9AA7CC"/>
                </a:solidFill>
                <a:latin typeface="Segoe UI"/>
                <a:ea typeface="微软雅黑"/>
                <a:cs typeface="微软雅黑"/>
              </a:rPr>
              <a:t>头像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249716" y="4114800"/>
            <a:ext cx="2936138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500" b="1" i="0">
                <a:solidFill>
                  <a:srgbClr val="EEF2FF"/>
                </a:solidFill>
                <a:latin typeface="Segoe UI"/>
                <a:ea typeface="微软雅黑"/>
                <a:cs typeface="微软雅黑"/>
              </a:rPr>
              <a:t>姓名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249716" y="4526280"/>
            <a:ext cx="2936138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200" b="0" i="0">
                <a:solidFill>
                  <a:srgbClr val="6C8CFF"/>
                </a:solidFill>
                <a:latin typeface="Segoe UI"/>
                <a:ea typeface="微软雅黑"/>
                <a:cs typeface="微软雅黑"/>
              </a:rPr>
              <a:t>角色三</a:t>
            </a:r>
          </a:p>
        </p:txBody>
      </p:sp>
      <p:sp>
        <p:nvSpPr>
          <p:cNvPr id="21" name="Rectangle 20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2A355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9AA7CC"/>
                </a:solidFill>
                <a:latin typeface="Segoe UI"/>
                <a:ea typeface="微软雅黑"/>
                <a:cs typeface="微软雅黑"/>
              </a:rPr>
              <a:t>渐变流体  ·  Gradient Flow</a:t>
            </a:r>
          </a:p>
        </p:txBody>
      </p:sp>
    </p:spTree>
  </p:cSld>
  <p:clrMapOvr>
    <a:masterClrMapping/>
  </p:clrMapOvr>
  <p:transition spd="med">
    <p:comb dir="horz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5" dur="690" fill="hold" nodeType="clickEffect" grpId="0" presetID="9" presetClass="entr" presetSubtype="0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51" dur="690"/>
                                  <p:tgtEl>
                                    <p:spTgt spid="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7" dur="810" fill="hold" nodeType="afterEffect" grpId="0" presetID="22" presetClass="entr" presetSubtype="2">
                            <p:stCondLst>
                              <p:cond delay="130"/>
                            </p:stCondLst>
                            <p:childTnLst>
                              <p:set>
                                <p:cBhvr>
                                  <p:cTn id="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right)">
                                <p:cBhvr>
                                  <p:cTn id="71" dur="810"/>
                                  <p:tgtEl>
                                    <p:spTgt spid="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9" dur="450" fill="hold" nodeType="afterEffect" grpId="0" presetID="18" presetClass="entr" presetSubtype="12">
                            <p:stCondLst>
                              <p:cond delay="260"/>
                            </p:stCondLst>
                            <p:childTnLst>
                              <p:set>
                                <p:cBhvr>
                                  <p:cTn id="1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ircle(in)">
                                <p:cBhvr>
                                  <p:cTn id="91" dur="450"/>
                                  <p:tgtEl>
                                    <p:spTgt spid="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1" dur="570" fill="hold" nodeType="afterEffect" grpId="0" presetID="22" presetClass="entr" presetSubtype="1">
                            <p:stCondLst>
                              <p:cond delay="390"/>
                            </p:stCondLst>
                            <p:childTnLst>
                              <p:set>
                                <p:cBhvr>
                                  <p:cTn id="1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up)">
                                <p:cBhvr>
                                  <p:cTn id="111" dur="570"/>
                                  <p:tgtEl>
                                    <p:spTgt spid="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3" dur="690" fill="hold" nodeType="afterEffect" grpId="0" presetID="42" presetClass="entr" presetSubtype="10">
                            <p:stCondLst>
                              <p:cond delay="520"/>
                            </p:stCondLst>
                            <p:childTnLst>
                              <p:set>
                                <p:cBhvr>
                                  <p:cTn id="1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1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linds(horizontal)">
                                <p:cBhvr>
                                  <p:cTn id="131" dur="690"/>
                                  <p:tgtEl>
                                    <p:spTgt spid="11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5" dur="810" fill="hold" nodeType="afterEffect" grpId="0" presetID="43" presetClass="entr" presetSubtype="0">
                            <p:stCondLst>
                              <p:cond delay="650"/>
                            </p:stCondLst>
                            <p:childTnLst>
                              <p:set>
                                <p:cBhvr>
                                  <p:cTn id="1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heckerboard(across)">
                                <p:cBhvr>
                                  <p:cTn id="151" dur="810"/>
                                  <p:tgtEl>
                                    <p:spTgt spid="1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7" dur="450" fill="hold" nodeType="afterEffect" grpId="0" presetID="21" presetClass="entr" presetSubtype="2">
                            <p:stCondLst>
                              <p:cond delay="780"/>
                            </p:stCondLst>
                            <p:childTnLst>
                              <p:set>
                                <p:cBhvr>
                                  <p:cTn id="1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2)">
                                <p:cBhvr>
                                  <p:cTn id="171" dur="450"/>
                                  <p:tgtEl>
                                    <p:spTgt spid="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9" dur="570" fill="hold" nodeType="afterEffect" grpId="0" presetID="10" presetClass="entr" presetSubtype="0">
                            <p:stCondLst>
                              <p:cond delay="910"/>
                            </p:stCondLst>
                            <p:childTnLst>
                              <p:set>
                                <p:cBhvr>
                                  <p:cTn id="2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dissolve">
                                <p:cBhvr>
                                  <p:cTn id="191" dur="570"/>
                                  <p:tgtEl>
                                    <p:spTgt spid="8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1" dur="690" fill="hold" nodeType="afterEffect" grpId="0" presetID="25" presetClass="entr" presetSubtype="1">
                            <p:stCondLst>
                              <p:cond delay="1040"/>
                            </p:stCondLst>
                            <p:childTnLst>
                              <p:set>
                                <p:cBhvr>
                                  <p:cTn id="2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2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strips(downRight)">
                                <p:cBhvr>
                                  <p:cTn id="211" dur="690"/>
                                  <p:tgtEl>
                                    <p:spTgt spid="12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3" dur="810" fill="hold" nodeType="afterEffect" grpId="0" presetID="45" presetClass="entr" presetSubtype="1">
                            <p:stCondLst>
                              <p:cond delay="1170"/>
                            </p:stCondLst>
                            <p:childTnLst>
                              <p:set>
                                <p:cBhvr>
                                  <p:cTn id="2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arn(inHorizontal)">
                                <p:cBhvr>
                                  <p:cTn id="231" dur="810"/>
                                  <p:tgtEl>
                                    <p:spTgt spid="1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5" dur="450" fill="hold" nodeType="afterEffect" grpId="0" presetID="22" presetClass="entr" presetSubtype="8">
                            <p:stCondLst>
                              <p:cond delay="1300"/>
                            </p:stCondLst>
                            <p:childTnLst>
                              <p:set>
                                <p:cBhvr>
                                  <p:cTn id="2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left)">
                                <p:cBhvr>
                                  <p:cTn id="251" dur="450"/>
                                  <p:tgtEl>
                                    <p:spTgt spid="1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7" dur="570" fill="hold" nodeType="afterEffect" grpId="0" presetID="37" presetClass="entr" presetSubtype="0">
                            <p:stCondLst>
                              <p:cond delay="1430"/>
                            </p:stCondLst>
                            <p:childTnLst>
                              <p:set>
                                <p:cBhvr>
                                  <p:cTn id="2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edge">
                                <p:cBhvr>
                                  <p:cTn id="271" dur="570"/>
                                  <p:tgtEl>
                                    <p:spTgt spid="18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9" dur="690" fill="hold" nodeType="afterEffect" grpId="0" presetID="52" presetClass="entr" presetSubtype="0">
                            <p:stCondLst>
                              <p:cond delay="1560"/>
                            </p:stCondLst>
                            <p:childTnLst>
                              <p:set>
                                <p:cBhvr>
                                  <p:cTn id="3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9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randombar(horizontal)">
                                <p:cBhvr>
                                  <p:cTn id="291" dur="690"/>
                                  <p:tgtEl>
                                    <p:spTgt spid="9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31" dur="810" fill="hold" nodeType="afterEffect" grpId="0" presetID="21" presetClass="entr" presetSubtype="1">
                            <p:stCondLst>
                              <p:cond delay="1690"/>
                            </p:stCondLst>
                            <p:childTnLst>
                              <p:set>
                                <p:cBhvr>
                                  <p:cTn id="3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1)">
                                <p:cBhvr>
                                  <p:cTn id="311" dur="810"/>
                                  <p:tgtEl>
                                    <p:spTgt spid="14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41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66928"/>
            <a:ext cx="7772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1" i="0">
                <a:solidFill>
                  <a:srgbClr val="6C8CFF"/>
                </a:solidFill>
                <a:latin typeface="Segoe UI"/>
                <a:ea typeface="微软雅黑"/>
                <a:cs typeface="微软雅黑"/>
              </a:rPr>
              <a:t>CHECKLIST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868680"/>
            <a:ext cx="106070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EEF2FF"/>
                </a:solidFill>
                <a:latin typeface="Segoe UI"/>
                <a:ea typeface="微软雅黑"/>
                <a:cs typeface="微软雅黑"/>
              </a:rPr>
              <a:t>清单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1572768"/>
            <a:ext cx="566928" cy="50292"/>
          </a:xfrm>
          <a:prstGeom prst="rect">
            <a:avLst/>
          </a:prstGeom>
          <a:solidFill>
            <a:srgbClr val="6C8C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868680" y="2148839"/>
            <a:ext cx="310896" cy="310896"/>
          </a:xfrm>
          <a:prstGeom prst="rect">
            <a:avLst/>
          </a:prstGeom>
          <a:noFill/>
          <a:ln w="17780">
            <a:solidFill>
              <a:srgbClr val="6C8C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68680" y="2130551"/>
            <a:ext cx="310896" cy="34747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300" b="1" i="0">
                <a:solidFill>
                  <a:srgbClr val="6C8CFF"/>
                </a:solidFill>
                <a:latin typeface="Segoe UI"/>
                <a:ea typeface="微软雅黑"/>
                <a:cs typeface="微软雅黑"/>
              </a:rPr>
              <a:t>✓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554480" y="2103120"/>
            <a:ext cx="96926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450" b="0" i="0">
                <a:solidFill>
                  <a:srgbClr val="EEF2FF"/>
                </a:solidFill>
                <a:latin typeface="Segoe UI"/>
                <a:ea typeface="微软雅黑"/>
                <a:cs typeface="微软雅黑"/>
              </a:rPr>
              <a:t>在此输入待办项一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1554480" y="2615184"/>
            <a:ext cx="9784080" cy="0"/>
          </a:xfrm>
          <a:prstGeom prst="line">
            <a:avLst/>
          </a:prstGeom>
          <a:ln w="7620">
            <a:solidFill>
              <a:srgbClr val="2A3556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Rectangle 9"/>
          <p:cNvSpPr/>
          <p:nvPr/>
        </p:nvSpPr>
        <p:spPr>
          <a:xfrm>
            <a:off x="868680" y="2807207"/>
            <a:ext cx="310896" cy="310896"/>
          </a:xfrm>
          <a:prstGeom prst="rect">
            <a:avLst/>
          </a:prstGeom>
          <a:noFill/>
          <a:ln w="17780">
            <a:solidFill>
              <a:srgbClr val="6C8C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68680" y="2788919"/>
            <a:ext cx="310896" cy="34747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300" b="1" i="0">
                <a:solidFill>
                  <a:srgbClr val="6C8CFF"/>
                </a:solidFill>
                <a:latin typeface="Segoe UI"/>
                <a:ea typeface="微软雅黑"/>
                <a:cs typeface="微软雅黑"/>
              </a:rPr>
              <a:t>✓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554480" y="2761487"/>
            <a:ext cx="96926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450" b="0" i="0">
                <a:solidFill>
                  <a:srgbClr val="EEF2FF"/>
                </a:solidFill>
                <a:latin typeface="Segoe UI"/>
                <a:ea typeface="微软雅黑"/>
                <a:cs typeface="微软雅黑"/>
              </a:rPr>
              <a:t>在此输入待办项二</a:t>
            </a:r>
          </a:p>
        </p:txBody>
      </p:sp>
      <p:cxnSp>
        <p:nvCxnSpPr>
          <p:cNvPr id="13" name="Connector 12"/>
          <p:cNvCxnSpPr/>
          <p:nvPr/>
        </p:nvCxnSpPr>
        <p:spPr>
          <a:xfrm>
            <a:off x="1554480" y="3273551"/>
            <a:ext cx="9784080" cy="0"/>
          </a:xfrm>
          <a:prstGeom prst="line">
            <a:avLst/>
          </a:prstGeom>
          <a:ln w="7620">
            <a:solidFill>
              <a:srgbClr val="2A3556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" name="Rectangle 13"/>
          <p:cNvSpPr/>
          <p:nvPr/>
        </p:nvSpPr>
        <p:spPr>
          <a:xfrm>
            <a:off x="868680" y="3465575"/>
            <a:ext cx="310896" cy="310896"/>
          </a:xfrm>
          <a:prstGeom prst="rect">
            <a:avLst/>
          </a:prstGeom>
          <a:noFill/>
          <a:ln w="17780">
            <a:solidFill>
              <a:srgbClr val="6C8C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68680" y="3447287"/>
            <a:ext cx="310896" cy="34747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300" b="1" i="0">
                <a:solidFill>
                  <a:srgbClr val="6C8CFF"/>
                </a:solidFill>
                <a:latin typeface="Segoe UI"/>
                <a:ea typeface="微软雅黑"/>
                <a:cs typeface="微软雅黑"/>
              </a:rPr>
              <a:t>✓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554480" y="3419856"/>
            <a:ext cx="96926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450" b="0" i="0">
                <a:solidFill>
                  <a:srgbClr val="EEF2FF"/>
                </a:solidFill>
                <a:latin typeface="Segoe UI"/>
                <a:ea typeface="微软雅黑"/>
                <a:cs typeface="微软雅黑"/>
              </a:rPr>
              <a:t>在此输入待办项三</a:t>
            </a:r>
          </a:p>
        </p:txBody>
      </p:sp>
      <p:cxnSp>
        <p:nvCxnSpPr>
          <p:cNvPr id="17" name="Connector 16"/>
          <p:cNvCxnSpPr/>
          <p:nvPr/>
        </p:nvCxnSpPr>
        <p:spPr>
          <a:xfrm>
            <a:off x="1554480" y="3931920"/>
            <a:ext cx="9784080" cy="0"/>
          </a:xfrm>
          <a:prstGeom prst="line">
            <a:avLst/>
          </a:prstGeom>
          <a:ln w="7620">
            <a:solidFill>
              <a:srgbClr val="2A3556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Rectangle 17"/>
          <p:cNvSpPr/>
          <p:nvPr/>
        </p:nvSpPr>
        <p:spPr>
          <a:xfrm>
            <a:off x="868680" y="4123944"/>
            <a:ext cx="310896" cy="310896"/>
          </a:xfrm>
          <a:prstGeom prst="rect">
            <a:avLst/>
          </a:prstGeom>
          <a:noFill/>
          <a:ln w="17780">
            <a:solidFill>
              <a:srgbClr val="6C8C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68680" y="4105656"/>
            <a:ext cx="310896" cy="34747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300" b="1" i="0">
                <a:solidFill>
                  <a:srgbClr val="6C8CFF"/>
                </a:solidFill>
                <a:latin typeface="Segoe UI"/>
                <a:ea typeface="微软雅黑"/>
                <a:cs typeface="微软雅黑"/>
              </a:rPr>
              <a:t>✓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554480" y="4078224"/>
            <a:ext cx="96926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450" b="0" i="0">
                <a:solidFill>
                  <a:srgbClr val="EEF2FF"/>
                </a:solidFill>
                <a:latin typeface="Segoe UI"/>
                <a:ea typeface="微软雅黑"/>
                <a:cs typeface="微软雅黑"/>
              </a:rPr>
              <a:t>在此输入待办项四</a:t>
            </a:r>
          </a:p>
        </p:txBody>
      </p:sp>
      <p:cxnSp>
        <p:nvCxnSpPr>
          <p:cNvPr id="21" name="Connector 20"/>
          <p:cNvCxnSpPr/>
          <p:nvPr/>
        </p:nvCxnSpPr>
        <p:spPr>
          <a:xfrm>
            <a:off x="1554480" y="4590288"/>
            <a:ext cx="9784080" cy="0"/>
          </a:xfrm>
          <a:prstGeom prst="line">
            <a:avLst/>
          </a:prstGeom>
          <a:ln w="7620">
            <a:solidFill>
              <a:srgbClr val="2A3556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2" name="Rectangle 21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2A355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9AA7CC"/>
                </a:solidFill>
                <a:latin typeface="Segoe UI"/>
                <a:ea typeface="微软雅黑"/>
                <a:cs typeface="微软雅黑"/>
              </a:rPr>
              <a:t>渐变流体  ·  Gradient Flow</a:t>
            </a:r>
          </a:p>
        </p:txBody>
      </p:sp>
    </p:spTree>
  </p:cSld>
  <p:clrMapOvr>
    <a:masterClrMapping/>
  </p:clrMapOvr>
  <p:transition spd="med">
    <p:dissolv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5" dur="810" fill="hold" nodeType="clickEffect" grpId="0" presetID="22" presetClass="entr" presetSubtype="2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right)">
                                <p:cBhvr>
                                  <p:cTn id="51" dur="810"/>
                                  <p:tgtEl>
                                    <p:spTgt spid="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7" dur="450" fill="hold" nodeType="afterEffect" grpId="0" presetID="18" presetClass="entr" presetSubtype="12">
                            <p:stCondLst>
                              <p:cond delay="130"/>
                            </p:stCondLst>
                            <p:childTnLst>
                              <p:set>
                                <p:cBhvr>
                                  <p:cTn id="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ircle(in)">
                                <p:cBhvr>
                                  <p:cTn id="71" dur="450"/>
                                  <p:tgtEl>
                                    <p:spTgt spid="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9" dur="570" fill="hold" nodeType="afterEffect" grpId="0" presetID="22" presetClass="entr" presetSubtype="1">
                            <p:stCondLst>
                              <p:cond delay="260"/>
                            </p:stCondLst>
                            <p:childTnLst>
                              <p:set>
                                <p:cBhvr>
                                  <p:cTn id="1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up)">
                                <p:cBhvr>
                                  <p:cTn id="91" dur="570"/>
                                  <p:tgtEl>
                                    <p:spTgt spid="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1" dur="690" fill="hold" nodeType="afterEffect" grpId="0" presetID="42" presetClass="entr" presetSubtype="10">
                            <p:stCondLst>
                              <p:cond delay="390"/>
                            </p:stCondLst>
                            <p:childTnLst>
                              <p:set>
                                <p:cBhvr>
                                  <p:cTn id="1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linds(horizontal)">
                                <p:cBhvr>
                                  <p:cTn id="111" dur="690"/>
                                  <p:tgtEl>
                                    <p:spTgt spid="8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3" dur="810" fill="hold" nodeType="afterEffect" grpId="0" presetID="43" presetClass="entr" presetSubtype="0">
                            <p:stCondLst>
                              <p:cond delay="520"/>
                            </p:stCondLst>
                            <p:childTnLst>
                              <p:set>
                                <p:cBhvr>
                                  <p:cTn id="1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heckerboard(across)">
                                <p:cBhvr>
                                  <p:cTn id="131" dur="810"/>
                                  <p:tgtEl>
                                    <p:spTgt spid="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5" dur="450" fill="hold" nodeType="afterEffect" grpId="0" presetID="21" presetClass="entr" presetSubtype="2">
                            <p:stCondLst>
                              <p:cond delay="650"/>
                            </p:stCondLst>
                            <p:childTnLst>
                              <p:set>
                                <p:cBhvr>
                                  <p:cTn id="1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2)">
                                <p:cBhvr>
                                  <p:cTn id="151" dur="450"/>
                                  <p:tgtEl>
                                    <p:spTgt spid="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7" dur="570" fill="hold" nodeType="afterEffect" grpId="0" presetID="10" presetClass="entr" presetSubtype="0">
                            <p:stCondLst>
                              <p:cond delay="780"/>
                            </p:stCondLst>
                            <p:childTnLst>
                              <p:set>
                                <p:cBhvr>
                                  <p:cTn id="1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9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dissolve">
                                <p:cBhvr>
                                  <p:cTn id="171" dur="570"/>
                                  <p:tgtEl>
                                    <p:spTgt spid="9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9" dur="690" fill="hold" nodeType="afterEffect" grpId="0" presetID="25" presetClass="entr" presetSubtype="1">
                            <p:stCondLst>
                              <p:cond delay="910"/>
                            </p:stCondLst>
                            <p:childTnLst>
                              <p:set>
                                <p:cBhvr>
                                  <p:cTn id="2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2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strips(downRight)">
                                <p:cBhvr>
                                  <p:cTn id="191" dur="690"/>
                                  <p:tgtEl>
                                    <p:spTgt spid="12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1" dur="810" fill="hold" nodeType="afterEffect" grpId="0" presetID="45" presetClass="entr" presetSubtype="1">
                            <p:stCondLst>
                              <p:cond delay="1040"/>
                            </p:stCondLst>
                            <p:childTnLst>
                              <p:set>
                                <p:cBhvr>
                                  <p:cTn id="2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1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arn(inHorizontal)">
                                <p:cBhvr>
                                  <p:cTn id="211" dur="810"/>
                                  <p:tgtEl>
                                    <p:spTgt spid="11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3" dur="450" fill="hold" nodeType="afterEffect" grpId="0" presetID="22" presetClass="entr" presetSubtype="8">
                            <p:stCondLst>
                              <p:cond delay="1170"/>
                            </p:stCondLst>
                            <p:childTnLst>
                              <p:set>
                                <p:cBhvr>
                                  <p:cTn id="2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0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left)">
                                <p:cBhvr>
                                  <p:cTn id="231" dur="450"/>
                                  <p:tgtEl>
                                    <p:spTgt spid="10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5" dur="570" fill="hold" nodeType="afterEffect" grpId="0" presetID="37" presetClass="entr" presetSubtype="0">
                            <p:stCondLst>
                              <p:cond delay="1300"/>
                            </p:stCondLst>
                            <p:childTnLst>
                              <p:set>
                                <p:cBhvr>
                                  <p:cTn id="2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edge">
                                <p:cBhvr>
                                  <p:cTn id="251" dur="570"/>
                                  <p:tgtEl>
                                    <p:spTgt spid="1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7" dur="690" fill="hold" nodeType="afterEffect" grpId="0" presetID="52" presetClass="entr" presetSubtype="0">
                            <p:stCondLst>
                              <p:cond delay="1430"/>
                            </p:stCondLst>
                            <p:childTnLst>
                              <p:set>
                                <p:cBhvr>
                                  <p:cTn id="2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randombar(horizontal)">
                                <p:cBhvr>
                                  <p:cTn id="271" dur="690"/>
                                  <p:tgtEl>
                                    <p:spTgt spid="1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9" dur="810" fill="hold" nodeType="afterEffect" grpId="0" presetID="21" presetClass="entr" presetSubtype="1">
                            <p:stCondLst>
                              <p:cond delay="1560"/>
                            </p:stCondLst>
                            <p:childTnLst>
                              <p:set>
                                <p:cBhvr>
                                  <p:cTn id="3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1)">
                                <p:cBhvr>
                                  <p:cTn id="291" dur="810"/>
                                  <p:tgtEl>
                                    <p:spTgt spid="1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31" dur="450" fill="hold" nodeType="afterEffect" grpId="0" presetID="22" presetClass="entr" presetSubtype="4">
                            <p:stCondLst>
                              <p:cond delay="1690"/>
                            </p:stCondLst>
                            <p:childTnLst>
                              <p:set>
                                <p:cBhvr>
                                  <p:cTn id="3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down)">
                                <p:cBhvr>
                                  <p:cTn id="311" dur="450"/>
                                  <p:tgtEl>
                                    <p:spTgt spid="14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41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66928"/>
            <a:ext cx="7772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1" i="0">
                <a:solidFill>
                  <a:srgbClr val="6C8CFF"/>
                </a:solidFill>
                <a:latin typeface="Segoe UI"/>
                <a:ea typeface="微软雅黑"/>
                <a:cs typeface="微软雅黑"/>
              </a:rPr>
              <a:t>OPTIONS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868680"/>
            <a:ext cx="106070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EEF2FF"/>
                </a:solidFill>
                <a:latin typeface="Segoe UI"/>
                <a:ea typeface="微软雅黑"/>
                <a:cs typeface="微软雅黑"/>
              </a:rPr>
              <a:t>方案对比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1572768"/>
            <a:ext cx="566928" cy="50292"/>
          </a:xfrm>
          <a:prstGeom prst="rect">
            <a:avLst/>
          </a:prstGeom>
          <a:solidFill>
            <a:srgbClr val="6C8C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822960" y="2148840"/>
            <a:ext cx="3332378" cy="3794760"/>
          </a:xfrm>
          <a:prstGeom prst="roundRect">
            <a:avLst>
              <a:gd name="adj" fmla="val 18000"/>
            </a:avLst>
          </a:prstGeom>
          <a:solidFill>
            <a:srgbClr val="1E2740"/>
          </a:solidFill>
          <a:ln w="9525">
            <a:solidFill>
              <a:srgbClr val="2A355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143000" y="2423160"/>
            <a:ext cx="2692298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600" b="1" i="0">
                <a:solidFill>
                  <a:srgbClr val="EEF2FF"/>
                </a:solidFill>
                <a:latin typeface="Segoe UI"/>
                <a:ea typeface="微软雅黑"/>
                <a:cs typeface="微软雅黑"/>
              </a:rPr>
              <a:t>方案一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43000" y="2834640"/>
            <a:ext cx="2692298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3000" b="1" i="0">
                <a:solidFill>
                  <a:srgbClr val="EEF2FF"/>
                </a:solidFill>
                <a:latin typeface="Segoe UI"/>
                <a:ea typeface="微软雅黑"/>
                <a:cs typeface="微软雅黑"/>
              </a:rPr>
              <a:t>00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43000" y="3657600"/>
            <a:ext cx="2692298" cy="2011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900"/>
              </a:spcAft>
            </a:pPr>
            <a:r>
              <a:rPr sz="875">
                <a:solidFill>
                  <a:srgbClr val="6C8CFF"/>
                </a:solidFill>
                <a:latin typeface="Segoe UI"/>
                <a:ea typeface="微软雅黑"/>
                <a:cs typeface="微软雅黑"/>
              </a:rPr>
              <a:t>●  </a:t>
            </a:r>
            <a:r>
              <a:rPr sz="1250">
                <a:solidFill>
                  <a:srgbClr val="9AA7CC"/>
                </a:solidFill>
                <a:latin typeface="Segoe UI"/>
                <a:ea typeface="微软雅黑"/>
                <a:cs typeface="微软雅黑"/>
              </a:rPr>
              <a:t>在此输入要点</a:t>
            </a:r>
          </a:p>
          <a:p>
            <a:pPr>
              <a:lnSpc>
                <a:spcPct val="115000"/>
              </a:lnSpc>
              <a:spcAft>
                <a:spcPts val="900"/>
              </a:spcAft>
            </a:pPr>
            <a:r>
              <a:rPr sz="875">
                <a:solidFill>
                  <a:srgbClr val="6C8CFF"/>
                </a:solidFill>
                <a:latin typeface="Segoe UI"/>
                <a:ea typeface="微软雅黑"/>
                <a:cs typeface="微软雅黑"/>
              </a:rPr>
              <a:t>●  </a:t>
            </a:r>
            <a:r>
              <a:rPr sz="1250">
                <a:solidFill>
                  <a:srgbClr val="9AA7CC"/>
                </a:solidFill>
                <a:latin typeface="Segoe UI"/>
                <a:ea typeface="微软雅黑"/>
                <a:cs typeface="微软雅黑"/>
              </a:rPr>
              <a:t>在此输入要点</a:t>
            </a:r>
          </a:p>
          <a:p>
            <a:pPr>
              <a:lnSpc>
                <a:spcPct val="115000"/>
              </a:lnSpc>
              <a:spcAft>
                <a:spcPts val="900"/>
              </a:spcAft>
            </a:pPr>
            <a:r>
              <a:rPr sz="875">
                <a:solidFill>
                  <a:srgbClr val="6C8CFF"/>
                </a:solidFill>
                <a:latin typeface="Segoe UI"/>
                <a:ea typeface="微软雅黑"/>
                <a:cs typeface="微软雅黑"/>
              </a:rPr>
              <a:t>●  </a:t>
            </a:r>
            <a:r>
              <a:rPr sz="1250">
                <a:solidFill>
                  <a:srgbClr val="9AA7CC"/>
                </a:solidFill>
                <a:latin typeface="Segoe UI"/>
                <a:ea typeface="微软雅黑"/>
                <a:cs typeface="微软雅黑"/>
              </a:rPr>
              <a:t>在此输入要点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429658" y="2148840"/>
            <a:ext cx="3332378" cy="3794760"/>
          </a:xfrm>
          <a:prstGeom prst="roundRect">
            <a:avLst>
              <a:gd name="adj" fmla="val 18000"/>
            </a:avLst>
          </a:prstGeom>
          <a:solidFill>
            <a:srgbClr val="6C8CFF"/>
          </a:solidFill>
          <a:ln w="9525">
            <a:solidFill>
              <a:srgbClr val="2A355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749698" y="2423160"/>
            <a:ext cx="2692298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600" b="1" i="0">
                <a:solidFill>
                  <a:srgbClr val="FFFFFF"/>
                </a:solidFill>
                <a:latin typeface="Segoe UI"/>
                <a:ea typeface="微软雅黑"/>
                <a:cs typeface="微软雅黑"/>
              </a:rPr>
              <a:t>方案二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749698" y="2834640"/>
            <a:ext cx="2692298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3000" b="1" i="0">
                <a:solidFill>
                  <a:srgbClr val="FFFFFF"/>
                </a:solidFill>
                <a:latin typeface="Segoe UI"/>
                <a:ea typeface="微软雅黑"/>
                <a:cs typeface="微软雅黑"/>
              </a:rPr>
              <a:t>00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749698" y="3657600"/>
            <a:ext cx="2692298" cy="2011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900"/>
              </a:spcAft>
            </a:pPr>
            <a:r>
              <a:rPr sz="875">
                <a:solidFill>
                  <a:srgbClr val="FFFFFF"/>
                </a:solidFill>
                <a:latin typeface="Segoe UI"/>
                <a:ea typeface="微软雅黑"/>
                <a:cs typeface="微软雅黑"/>
              </a:rPr>
              <a:t>●  </a:t>
            </a:r>
            <a:r>
              <a:rPr sz="1250">
                <a:solidFill>
                  <a:srgbClr val="FFFFFF"/>
                </a:solidFill>
                <a:latin typeface="Segoe UI"/>
                <a:ea typeface="微软雅黑"/>
                <a:cs typeface="微软雅黑"/>
              </a:rPr>
              <a:t>在此输入要点</a:t>
            </a:r>
          </a:p>
          <a:p>
            <a:pPr>
              <a:lnSpc>
                <a:spcPct val="115000"/>
              </a:lnSpc>
              <a:spcAft>
                <a:spcPts val="900"/>
              </a:spcAft>
            </a:pPr>
            <a:r>
              <a:rPr sz="875">
                <a:solidFill>
                  <a:srgbClr val="FFFFFF"/>
                </a:solidFill>
                <a:latin typeface="Segoe UI"/>
                <a:ea typeface="微软雅黑"/>
                <a:cs typeface="微软雅黑"/>
              </a:rPr>
              <a:t>●  </a:t>
            </a:r>
            <a:r>
              <a:rPr sz="1250">
                <a:solidFill>
                  <a:srgbClr val="FFFFFF"/>
                </a:solidFill>
                <a:latin typeface="Segoe UI"/>
                <a:ea typeface="微软雅黑"/>
                <a:cs typeface="微软雅黑"/>
              </a:rPr>
              <a:t>在此输入要点</a:t>
            </a:r>
          </a:p>
          <a:p>
            <a:pPr>
              <a:lnSpc>
                <a:spcPct val="115000"/>
              </a:lnSpc>
              <a:spcAft>
                <a:spcPts val="900"/>
              </a:spcAft>
            </a:pPr>
            <a:r>
              <a:rPr sz="875">
                <a:solidFill>
                  <a:srgbClr val="FFFFFF"/>
                </a:solidFill>
                <a:latin typeface="Segoe UI"/>
                <a:ea typeface="微软雅黑"/>
                <a:cs typeface="微软雅黑"/>
              </a:rPr>
              <a:t>●  </a:t>
            </a:r>
            <a:r>
              <a:rPr sz="1250">
                <a:solidFill>
                  <a:srgbClr val="FFFFFF"/>
                </a:solidFill>
                <a:latin typeface="Segoe UI"/>
                <a:ea typeface="微软雅黑"/>
                <a:cs typeface="微软雅黑"/>
              </a:rPr>
              <a:t>在此输入要点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8036356" y="2148840"/>
            <a:ext cx="3332378" cy="3794760"/>
          </a:xfrm>
          <a:prstGeom prst="roundRect">
            <a:avLst>
              <a:gd name="adj" fmla="val 18000"/>
            </a:avLst>
          </a:prstGeom>
          <a:solidFill>
            <a:srgbClr val="1E2740"/>
          </a:solidFill>
          <a:ln w="9525">
            <a:solidFill>
              <a:srgbClr val="2A355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356396" y="2423160"/>
            <a:ext cx="2692298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600" b="1" i="0">
                <a:solidFill>
                  <a:srgbClr val="EEF2FF"/>
                </a:solidFill>
                <a:latin typeface="Segoe UI"/>
                <a:ea typeface="微软雅黑"/>
                <a:cs typeface="微软雅黑"/>
              </a:rPr>
              <a:t>方案三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356396" y="2834640"/>
            <a:ext cx="2692298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3000" b="1" i="0">
                <a:solidFill>
                  <a:srgbClr val="EEF2FF"/>
                </a:solidFill>
                <a:latin typeface="Segoe UI"/>
                <a:ea typeface="微软雅黑"/>
                <a:cs typeface="微软雅黑"/>
              </a:rPr>
              <a:t>00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356396" y="3657600"/>
            <a:ext cx="2692298" cy="2011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900"/>
              </a:spcAft>
            </a:pPr>
            <a:r>
              <a:rPr sz="875">
                <a:solidFill>
                  <a:srgbClr val="6C8CFF"/>
                </a:solidFill>
                <a:latin typeface="Segoe UI"/>
                <a:ea typeface="微软雅黑"/>
                <a:cs typeface="微软雅黑"/>
              </a:rPr>
              <a:t>●  </a:t>
            </a:r>
            <a:r>
              <a:rPr sz="1250">
                <a:solidFill>
                  <a:srgbClr val="9AA7CC"/>
                </a:solidFill>
                <a:latin typeface="Segoe UI"/>
                <a:ea typeface="微软雅黑"/>
                <a:cs typeface="微软雅黑"/>
              </a:rPr>
              <a:t>在此输入要点</a:t>
            </a:r>
          </a:p>
          <a:p>
            <a:pPr>
              <a:lnSpc>
                <a:spcPct val="115000"/>
              </a:lnSpc>
              <a:spcAft>
                <a:spcPts val="900"/>
              </a:spcAft>
            </a:pPr>
            <a:r>
              <a:rPr sz="875">
                <a:solidFill>
                  <a:srgbClr val="6C8CFF"/>
                </a:solidFill>
                <a:latin typeface="Segoe UI"/>
                <a:ea typeface="微软雅黑"/>
                <a:cs typeface="微软雅黑"/>
              </a:rPr>
              <a:t>●  </a:t>
            </a:r>
            <a:r>
              <a:rPr sz="1250">
                <a:solidFill>
                  <a:srgbClr val="9AA7CC"/>
                </a:solidFill>
                <a:latin typeface="Segoe UI"/>
                <a:ea typeface="微软雅黑"/>
                <a:cs typeface="微软雅黑"/>
              </a:rPr>
              <a:t>在此输入要点</a:t>
            </a:r>
          </a:p>
          <a:p>
            <a:pPr>
              <a:lnSpc>
                <a:spcPct val="115000"/>
              </a:lnSpc>
              <a:spcAft>
                <a:spcPts val="900"/>
              </a:spcAft>
            </a:pPr>
            <a:r>
              <a:rPr sz="875">
                <a:solidFill>
                  <a:srgbClr val="6C8CFF"/>
                </a:solidFill>
                <a:latin typeface="Segoe UI"/>
                <a:ea typeface="微软雅黑"/>
                <a:cs typeface="微软雅黑"/>
              </a:rPr>
              <a:t>●  </a:t>
            </a:r>
            <a:r>
              <a:rPr sz="1250">
                <a:solidFill>
                  <a:srgbClr val="9AA7CC"/>
                </a:solidFill>
                <a:latin typeface="Segoe UI"/>
                <a:ea typeface="微软雅黑"/>
                <a:cs typeface="微软雅黑"/>
              </a:rPr>
              <a:t>在此输入要点</a:t>
            </a:r>
          </a:p>
        </p:txBody>
      </p:sp>
      <p:sp>
        <p:nvSpPr>
          <p:cNvPr id="18" name="Rectangle 17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2A355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9AA7CC"/>
                </a:solidFill>
                <a:latin typeface="Segoe UI"/>
                <a:ea typeface="微软雅黑"/>
                <a:cs typeface="微软雅黑"/>
              </a:rPr>
              <a:t>渐变流体  ·  Gradient Flow</a:t>
            </a:r>
          </a:p>
        </p:txBody>
      </p:sp>
    </p:spTree>
  </p:cSld>
  <p:clrMapOvr>
    <a:masterClrMapping/>
  </p:clrMapOvr>
  <p:transition spd="med">
    <p:zoom dir="in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5" dur="450" fill="hold" nodeType="clickEffect" grpId="0" presetID="18" presetClass="entr" presetSubtype="12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ircle(in)">
                                <p:cBhvr>
                                  <p:cTn id="51" dur="450"/>
                                  <p:tgtEl>
                                    <p:spTgt spid="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7" dur="570" fill="hold" nodeType="afterEffect" grpId="0" presetID="22" presetClass="entr" presetSubtype="1">
                            <p:stCondLst>
                              <p:cond delay="130"/>
                            </p:stCondLst>
                            <p:childTnLst>
                              <p:set>
                                <p:cBhvr>
                                  <p:cTn id="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up)">
                                <p:cBhvr>
                                  <p:cTn id="71" dur="570"/>
                                  <p:tgtEl>
                                    <p:spTgt spid="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9" dur="690" fill="hold" nodeType="afterEffect" grpId="0" presetID="42" presetClass="entr" presetSubtype="10">
                            <p:stCondLst>
                              <p:cond delay="260"/>
                            </p:stCondLst>
                            <p:childTnLst>
                              <p:set>
                                <p:cBhvr>
                                  <p:cTn id="1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linds(horizontal)">
                                <p:cBhvr>
                                  <p:cTn id="91" dur="690"/>
                                  <p:tgtEl>
                                    <p:spTgt spid="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1" dur="810" fill="hold" nodeType="afterEffect" grpId="0" presetID="43" presetClass="entr" presetSubtype="0">
                            <p:stCondLst>
                              <p:cond delay="390"/>
                            </p:stCondLst>
                            <p:childTnLst>
                              <p:set>
                                <p:cBhvr>
                                  <p:cTn id="1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heckerboard(across)">
                                <p:cBhvr>
                                  <p:cTn id="111" dur="810"/>
                                  <p:tgtEl>
                                    <p:spTgt spid="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3" dur="450" fill="hold" nodeType="afterEffect" grpId="0" presetID="21" presetClass="entr" presetSubtype="2">
                            <p:stCondLst>
                              <p:cond delay="520"/>
                            </p:stCondLst>
                            <p:childTnLst>
                              <p:set>
                                <p:cBhvr>
                                  <p:cTn id="1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0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2)">
                                <p:cBhvr>
                                  <p:cTn id="131" dur="450"/>
                                  <p:tgtEl>
                                    <p:spTgt spid="10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5" dur="570" fill="hold" nodeType="afterEffect" grpId="0" presetID="10" presetClass="entr" presetSubtype="0">
                            <p:stCondLst>
                              <p:cond delay="650"/>
                            </p:stCondLst>
                            <p:childTnLst>
                              <p:set>
                                <p:cBhvr>
                                  <p:cTn id="1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dissolve">
                                <p:cBhvr>
                                  <p:cTn id="151" dur="570"/>
                                  <p:tgtEl>
                                    <p:spTgt spid="1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7" dur="690" fill="hold" nodeType="afterEffect" grpId="0" presetID="25" presetClass="entr" presetSubtype="1">
                            <p:stCondLst>
                              <p:cond delay="780"/>
                            </p:stCondLst>
                            <p:childTnLst>
                              <p:set>
                                <p:cBhvr>
                                  <p:cTn id="1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strips(downRight)">
                                <p:cBhvr>
                                  <p:cTn id="171" dur="690"/>
                                  <p:tgtEl>
                                    <p:spTgt spid="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9" dur="810" fill="hold" nodeType="afterEffect" grpId="0" presetID="45" presetClass="entr" presetSubtype="1">
                            <p:stCondLst>
                              <p:cond delay="910"/>
                            </p:stCondLst>
                            <p:childTnLst>
                              <p:set>
                                <p:cBhvr>
                                  <p:cTn id="2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1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arn(inHorizontal)">
                                <p:cBhvr>
                                  <p:cTn id="191" dur="810"/>
                                  <p:tgtEl>
                                    <p:spTgt spid="11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1" dur="450" fill="hold" nodeType="afterEffect" grpId="0" presetID="22" presetClass="entr" presetSubtype="8">
                            <p:stCondLst>
                              <p:cond delay="1040"/>
                            </p:stCondLst>
                            <p:childTnLst>
                              <p:set>
                                <p:cBhvr>
                                  <p:cTn id="2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left)">
                                <p:cBhvr>
                                  <p:cTn id="211" dur="450"/>
                                  <p:tgtEl>
                                    <p:spTgt spid="1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3" dur="570" fill="hold" nodeType="afterEffect" grpId="0" presetID="37" presetClass="entr" presetSubtype="0">
                            <p:stCondLst>
                              <p:cond delay="1170"/>
                            </p:stCondLst>
                            <p:childTnLst>
                              <p:set>
                                <p:cBhvr>
                                  <p:cTn id="2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edge">
                                <p:cBhvr>
                                  <p:cTn id="231" dur="570"/>
                                  <p:tgtEl>
                                    <p:spTgt spid="8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5" dur="690" fill="hold" nodeType="afterEffect" grpId="0" presetID="52" presetClass="entr" presetSubtype="0">
                            <p:stCondLst>
                              <p:cond delay="1300"/>
                            </p:stCondLst>
                            <p:childTnLst>
                              <p:set>
                                <p:cBhvr>
                                  <p:cTn id="2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2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randombar(horizontal)">
                                <p:cBhvr>
                                  <p:cTn id="251" dur="690"/>
                                  <p:tgtEl>
                                    <p:spTgt spid="12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7" dur="810" fill="hold" nodeType="afterEffect" grpId="0" presetID="21" presetClass="entr" presetSubtype="1">
                            <p:stCondLst>
                              <p:cond delay="1430"/>
                            </p:stCondLst>
                            <p:childTnLst>
                              <p:set>
                                <p:cBhvr>
                                  <p:cTn id="2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1)">
                                <p:cBhvr>
                                  <p:cTn id="271" dur="810"/>
                                  <p:tgtEl>
                                    <p:spTgt spid="1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9" dur="450" fill="hold" nodeType="afterEffect" grpId="0" presetID="22" presetClass="entr" presetSubtype="4">
                            <p:stCondLst>
                              <p:cond delay="1560"/>
                            </p:stCondLst>
                            <p:childTnLst>
                              <p:set>
                                <p:cBhvr>
                                  <p:cTn id="3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9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down)">
                                <p:cBhvr>
                                  <p:cTn id="291" dur="450"/>
                                  <p:tgtEl>
                                    <p:spTgt spid="9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31" dur="570" fill="hold" nodeType="afterEffect" grpId="0" presetID="9" presetClass="entr" presetSubtype="0">
                            <p:stCondLst>
                              <p:cond delay="1690"/>
                            </p:stCondLst>
                            <p:childTnLst>
                              <p:set>
                                <p:cBhvr>
                                  <p:cTn id="3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311" dur="570"/>
                                  <p:tgtEl>
                                    <p:spTgt spid="13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41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66928"/>
            <a:ext cx="7772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1" i="0">
                <a:solidFill>
                  <a:srgbClr val="6C8CFF"/>
                </a:solidFill>
                <a:latin typeface="Segoe UI"/>
                <a:ea typeface="微软雅黑"/>
                <a:cs typeface="微软雅黑"/>
              </a:rPr>
              <a:t>MATRIX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868680"/>
            <a:ext cx="106070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EEF2FF"/>
                </a:solidFill>
                <a:latin typeface="Segoe UI"/>
                <a:ea typeface="微软雅黑"/>
                <a:cs typeface="微软雅黑"/>
              </a:rPr>
              <a:t>对比矩阵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1572768"/>
            <a:ext cx="566928" cy="50292"/>
          </a:xfrm>
          <a:prstGeom prst="rect">
            <a:avLst/>
          </a:prstGeom>
          <a:solidFill>
            <a:srgbClr val="6C8C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822960" y="2148840"/>
            <a:ext cx="10545775" cy="658368"/>
          </a:xfrm>
          <a:prstGeom prst="rect">
            <a:avLst/>
          </a:prstGeom>
          <a:solidFill>
            <a:srgbClr val="EEF2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05840" y="2293680"/>
            <a:ext cx="2270683" cy="3950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300" b="1" i="0">
                <a:solidFill>
                  <a:srgbClr val="FFFFFF"/>
                </a:solidFill>
                <a:latin typeface="Segoe UI"/>
                <a:ea typeface="微软雅黑"/>
                <a:cs typeface="微软雅黑"/>
              </a:rPr>
              <a:t>维度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642283" y="2293680"/>
            <a:ext cx="2270683" cy="3950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300" b="1" i="0">
                <a:solidFill>
                  <a:srgbClr val="FFFFFF"/>
                </a:solidFill>
                <a:latin typeface="Segoe UI"/>
                <a:ea typeface="微软雅黑"/>
                <a:cs typeface="微软雅黑"/>
              </a:rPr>
              <a:t>选项 A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278727" y="2293680"/>
            <a:ext cx="2270683" cy="3950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300" b="1" i="0">
                <a:solidFill>
                  <a:srgbClr val="FFFFFF"/>
                </a:solidFill>
                <a:latin typeface="Segoe UI"/>
                <a:ea typeface="微软雅黑"/>
                <a:cs typeface="微软雅黑"/>
              </a:rPr>
              <a:t>选项 B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915171" y="2293680"/>
            <a:ext cx="2270683" cy="3950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300" b="1" i="0">
                <a:solidFill>
                  <a:srgbClr val="FFFFFF"/>
                </a:solidFill>
                <a:latin typeface="Segoe UI"/>
                <a:ea typeface="微软雅黑"/>
                <a:cs typeface="微软雅黑"/>
              </a:rPr>
              <a:t>选项 C</a:t>
            </a:r>
          </a:p>
        </p:txBody>
      </p:sp>
      <p:sp>
        <p:nvSpPr>
          <p:cNvPr id="11" name="Rectangle 10"/>
          <p:cNvSpPr/>
          <p:nvPr/>
        </p:nvSpPr>
        <p:spPr>
          <a:xfrm>
            <a:off x="822960" y="2807208"/>
            <a:ext cx="10545775" cy="658368"/>
          </a:xfrm>
          <a:prstGeom prst="rect">
            <a:avLst/>
          </a:prstGeom>
          <a:solidFill>
            <a:srgbClr val="1E27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2" name="Connector 11"/>
          <p:cNvCxnSpPr/>
          <p:nvPr/>
        </p:nvCxnSpPr>
        <p:spPr>
          <a:xfrm>
            <a:off x="822960" y="2807208"/>
            <a:ext cx="10545775" cy="0"/>
          </a:xfrm>
          <a:prstGeom prst="line">
            <a:avLst/>
          </a:prstGeom>
          <a:ln w="7620">
            <a:solidFill>
              <a:srgbClr val="2A3556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" name="TextBox 12"/>
          <p:cNvSpPr txBox="1"/>
          <p:nvPr/>
        </p:nvSpPr>
        <p:spPr>
          <a:xfrm>
            <a:off x="1005840" y="2952048"/>
            <a:ext cx="2270683" cy="3950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250" b="0" i="0">
                <a:solidFill>
                  <a:srgbClr val="EEF2FF"/>
                </a:solidFill>
                <a:latin typeface="Segoe UI"/>
                <a:ea typeface="微软雅黑"/>
                <a:cs typeface="微软雅黑"/>
              </a:rPr>
              <a:t>维度一</a:t>
            </a:r>
          </a:p>
        </p:txBody>
      </p:sp>
      <p:sp>
        <p:nvSpPr>
          <p:cNvPr id="14" name="Oval 13"/>
          <p:cNvSpPr/>
          <p:nvPr/>
        </p:nvSpPr>
        <p:spPr>
          <a:xfrm>
            <a:off x="4677041" y="3035808"/>
            <a:ext cx="201168" cy="201168"/>
          </a:xfrm>
          <a:prstGeom prst="ellipse">
            <a:avLst/>
          </a:prstGeom>
          <a:solidFill>
            <a:srgbClr val="6C8C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Oval 14"/>
          <p:cNvSpPr/>
          <p:nvPr/>
        </p:nvSpPr>
        <p:spPr>
          <a:xfrm>
            <a:off x="7313485" y="3035808"/>
            <a:ext cx="201168" cy="201168"/>
          </a:xfrm>
          <a:prstGeom prst="ellipse">
            <a:avLst/>
          </a:prstGeom>
          <a:solidFill>
            <a:srgbClr val="6C8C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9949929" y="3035808"/>
            <a:ext cx="201168" cy="201168"/>
          </a:xfrm>
          <a:prstGeom prst="ellipse">
            <a:avLst/>
          </a:prstGeom>
          <a:solidFill>
            <a:srgbClr val="2A355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7" name="Connector 16"/>
          <p:cNvCxnSpPr/>
          <p:nvPr/>
        </p:nvCxnSpPr>
        <p:spPr>
          <a:xfrm>
            <a:off x="822960" y="3465576"/>
            <a:ext cx="10545775" cy="0"/>
          </a:xfrm>
          <a:prstGeom prst="line">
            <a:avLst/>
          </a:prstGeom>
          <a:ln w="7620">
            <a:solidFill>
              <a:srgbClr val="2A3556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TextBox 17"/>
          <p:cNvSpPr txBox="1"/>
          <p:nvPr/>
        </p:nvSpPr>
        <p:spPr>
          <a:xfrm>
            <a:off x="1005840" y="3610416"/>
            <a:ext cx="2270683" cy="3950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250" b="0" i="0">
                <a:solidFill>
                  <a:srgbClr val="EEF2FF"/>
                </a:solidFill>
                <a:latin typeface="Segoe UI"/>
                <a:ea typeface="微软雅黑"/>
                <a:cs typeface="微软雅黑"/>
              </a:rPr>
              <a:t>维度二</a:t>
            </a:r>
          </a:p>
        </p:txBody>
      </p:sp>
      <p:sp>
        <p:nvSpPr>
          <p:cNvPr id="19" name="Oval 18"/>
          <p:cNvSpPr/>
          <p:nvPr/>
        </p:nvSpPr>
        <p:spPr>
          <a:xfrm>
            <a:off x="4677041" y="3694176"/>
            <a:ext cx="201168" cy="201168"/>
          </a:xfrm>
          <a:prstGeom prst="ellipse">
            <a:avLst/>
          </a:prstGeom>
          <a:solidFill>
            <a:srgbClr val="6C8C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Oval 19"/>
          <p:cNvSpPr/>
          <p:nvPr/>
        </p:nvSpPr>
        <p:spPr>
          <a:xfrm>
            <a:off x="7313485" y="3694176"/>
            <a:ext cx="201168" cy="201168"/>
          </a:xfrm>
          <a:prstGeom prst="ellipse">
            <a:avLst/>
          </a:prstGeom>
          <a:solidFill>
            <a:srgbClr val="2A355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9949929" y="3694176"/>
            <a:ext cx="201168" cy="201168"/>
          </a:xfrm>
          <a:prstGeom prst="ellipse">
            <a:avLst/>
          </a:prstGeom>
          <a:solidFill>
            <a:srgbClr val="6C8C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822960" y="4123944"/>
            <a:ext cx="10545775" cy="658368"/>
          </a:xfrm>
          <a:prstGeom prst="rect">
            <a:avLst/>
          </a:prstGeom>
          <a:solidFill>
            <a:srgbClr val="1E27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23" name="Connector 22"/>
          <p:cNvCxnSpPr/>
          <p:nvPr/>
        </p:nvCxnSpPr>
        <p:spPr>
          <a:xfrm>
            <a:off x="822960" y="4123944"/>
            <a:ext cx="10545775" cy="0"/>
          </a:xfrm>
          <a:prstGeom prst="line">
            <a:avLst/>
          </a:prstGeom>
          <a:ln w="7620">
            <a:solidFill>
              <a:srgbClr val="2A3556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4" name="TextBox 23"/>
          <p:cNvSpPr txBox="1"/>
          <p:nvPr/>
        </p:nvSpPr>
        <p:spPr>
          <a:xfrm>
            <a:off x="1005840" y="4268784"/>
            <a:ext cx="2270683" cy="3950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250" b="0" i="0">
                <a:solidFill>
                  <a:srgbClr val="EEF2FF"/>
                </a:solidFill>
                <a:latin typeface="Segoe UI"/>
                <a:ea typeface="微软雅黑"/>
                <a:cs typeface="微软雅黑"/>
              </a:rPr>
              <a:t>维度三</a:t>
            </a:r>
          </a:p>
        </p:txBody>
      </p:sp>
      <p:sp>
        <p:nvSpPr>
          <p:cNvPr id="25" name="Oval 24"/>
          <p:cNvSpPr/>
          <p:nvPr/>
        </p:nvSpPr>
        <p:spPr>
          <a:xfrm>
            <a:off x="4677041" y="4352544"/>
            <a:ext cx="201168" cy="201168"/>
          </a:xfrm>
          <a:prstGeom prst="ellipse">
            <a:avLst/>
          </a:prstGeom>
          <a:solidFill>
            <a:srgbClr val="6C8C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Oval 25"/>
          <p:cNvSpPr/>
          <p:nvPr/>
        </p:nvSpPr>
        <p:spPr>
          <a:xfrm>
            <a:off x="7313485" y="4352544"/>
            <a:ext cx="201168" cy="201168"/>
          </a:xfrm>
          <a:prstGeom prst="ellipse">
            <a:avLst/>
          </a:prstGeom>
          <a:solidFill>
            <a:srgbClr val="6C8C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Oval 26"/>
          <p:cNvSpPr/>
          <p:nvPr/>
        </p:nvSpPr>
        <p:spPr>
          <a:xfrm>
            <a:off x="9949929" y="4352544"/>
            <a:ext cx="201168" cy="201168"/>
          </a:xfrm>
          <a:prstGeom prst="ellipse">
            <a:avLst/>
          </a:prstGeom>
          <a:solidFill>
            <a:srgbClr val="6C8C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2A355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9AA7CC"/>
                </a:solidFill>
                <a:latin typeface="Segoe UI"/>
                <a:ea typeface="微软雅黑"/>
                <a:cs typeface="微软雅黑"/>
              </a:rPr>
              <a:t>渐变流体  ·  Gradient Flow</a:t>
            </a:r>
          </a:p>
        </p:txBody>
      </p:sp>
    </p:spTree>
  </p:cSld>
  <p:clrMapOvr>
    <a:masterClrMapping/>
  </p:clrMapOvr>
  <p:transition spd="med">
    <p:cover dir="l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5" dur="570" fill="hold" nodeType="clickEffect" grpId="0" presetID="22" presetClass="entr" presetSubtype="1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up)">
                                <p:cBhvr>
                                  <p:cTn id="51" dur="570"/>
                                  <p:tgtEl>
                                    <p:spTgt spid="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7" dur="690" fill="hold" nodeType="afterEffect" grpId="0" presetID="42" presetClass="entr" presetSubtype="10">
                            <p:stCondLst>
                              <p:cond delay="130"/>
                            </p:stCondLst>
                            <p:childTnLst>
                              <p:set>
                                <p:cBhvr>
                                  <p:cTn id="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linds(horizontal)">
                                <p:cBhvr>
                                  <p:cTn id="71" dur="690"/>
                                  <p:tgtEl>
                                    <p:spTgt spid="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9" dur="810" fill="hold" nodeType="afterEffect" grpId="0" presetID="43" presetClass="entr" presetSubtype="0">
                            <p:stCondLst>
                              <p:cond delay="260"/>
                            </p:stCondLst>
                            <p:childTnLst>
                              <p:set>
                                <p:cBhvr>
                                  <p:cTn id="1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heckerboard(across)">
                                <p:cBhvr>
                                  <p:cTn id="91" dur="810"/>
                                  <p:tgtEl>
                                    <p:spTgt spid="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1" dur="450" fill="hold" nodeType="afterEffect" grpId="0" presetID="21" presetClass="entr" presetSubtype="2">
                            <p:stCondLst>
                              <p:cond delay="390"/>
                            </p:stCondLst>
                            <p:childTnLst>
                              <p:set>
                                <p:cBhvr>
                                  <p:cTn id="1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2)">
                                <p:cBhvr>
                                  <p:cTn id="111" dur="450"/>
                                  <p:tgtEl>
                                    <p:spTgt spid="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3" dur="570" fill="hold" nodeType="afterEffect" grpId="0" presetID="10" presetClass="entr" presetSubtype="0">
                            <p:stCondLst>
                              <p:cond delay="520"/>
                            </p:stCondLst>
                            <p:childTnLst>
                              <p:set>
                                <p:cBhvr>
                                  <p:cTn id="1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dissolve">
                                <p:cBhvr>
                                  <p:cTn id="131" dur="570"/>
                                  <p:tgtEl>
                                    <p:spTgt spid="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5" dur="690" fill="hold" nodeType="afterEffect" grpId="0" presetID="25" presetClass="entr" presetSubtype="1">
                            <p:stCondLst>
                              <p:cond delay="650"/>
                            </p:stCondLst>
                            <p:childTnLst>
                              <p:set>
                                <p:cBhvr>
                                  <p:cTn id="1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strips(downRight)">
                                <p:cBhvr>
                                  <p:cTn id="151" dur="690"/>
                                  <p:tgtEl>
                                    <p:spTgt spid="8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7" dur="810" fill="hold" nodeType="afterEffect" grpId="0" presetID="45" presetClass="entr" presetSubtype="1">
                            <p:stCondLst>
                              <p:cond delay="780"/>
                            </p:stCondLst>
                            <p:childTnLst>
                              <p:set>
                                <p:cBhvr>
                                  <p:cTn id="1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9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arn(inHorizontal)">
                                <p:cBhvr>
                                  <p:cTn id="171" dur="810"/>
                                  <p:tgtEl>
                                    <p:spTgt spid="9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9" dur="450" fill="hold" nodeType="afterEffect" grpId="0" presetID="22" presetClass="entr" presetSubtype="8">
                            <p:stCondLst>
                              <p:cond delay="910"/>
                            </p:stCondLst>
                            <p:childTnLst>
                              <p:set>
                                <p:cBhvr>
                                  <p:cTn id="2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0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left)">
                                <p:cBhvr>
                                  <p:cTn id="191" dur="450"/>
                                  <p:tgtEl>
                                    <p:spTgt spid="10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1" dur="570" fill="hold" nodeType="afterEffect" grpId="0" presetID="37" presetClass="entr" presetSubtype="0">
                            <p:stCondLst>
                              <p:cond delay="1040"/>
                            </p:stCondLst>
                            <p:childTnLst>
                              <p:set>
                                <p:cBhvr>
                                  <p:cTn id="2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1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edge">
                                <p:cBhvr>
                                  <p:cTn id="211" dur="570"/>
                                  <p:tgtEl>
                                    <p:spTgt spid="11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3" dur="690" fill="hold" nodeType="afterEffect" grpId="0" presetID="52" presetClass="entr" presetSubtype="0">
                            <p:stCondLst>
                              <p:cond delay="1170"/>
                            </p:stCondLst>
                            <p:childTnLst>
                              <p:set>
                                <p:cBhvr>
                                  <p:cTn id="2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2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randombar(horizontal)">
                                <p:cBhvr>
                                  <p:cTn id="231" dur="690"/>
                                  <p:tgtEl>
                                    <p:spTgt spid="12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5" dur="810" fill="hold" nodeType="afterEffect" grpId="0" presetID="21" presetClass="entr" presetSubtype="1">
                            <p:stCondLst>
                              <p:cond delay="1300"/>
                            </p:stCondLst>
                            <p:childTnLst>
                              <p:set>
                                <p:cBhvr>
                                  <p:cTn id="2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1)">
                                <p:cBhvr>
                                  <p:cTn id="251" dur="810"/>
                                  <p:tgtEl>
                                    <p:spTgt spid="1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7" dur="450" fill="hold" nodeType="afterEffect" grpId="0" presetID="22" presetClass="entr" presetSubtype="4">
                            <p:stCondLst>
                              <p:cond delay="1430"/>
                            </p:stCondLst>
                            <p:childTnLst>
                              <p:set>
                                <p:cBhvr>
                                  <p:cTn id="2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down)">
                                <p:cBhvr>
                                  <p:cTn id="271" dur="450"/>
                                  <p:tgtEl>
                                    <p:spTgt spid="1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9" dur="570" fill="hold" nodeType="afterEffect" grpId="0" presetID="9" presetClass="entr" presetSubtype="0">
                            <p:stCondLst>
                              <p:cond delay="1560"/>
                            </p:stCondLst>
                            <p:childTnLst>
                              <p:set>
                                <p:cBhvr>
                                  <p:cTn id="3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291" dur="570"/>
                                  <p:tgtEl>
                                    <p:spTgt spid="1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31" dur="690" fill="hold" nodeType="afterEffect" grpId="0" presetID="22" presetClass="entr" presetSubtype="2">
                            <p:stCondLst>
                              <p:cond delay="1690"/>
                            </p:stCondLst>
                            <p:childTnLst>
                              <p:set>
                                <p:cBhvr>
                                  <p:cTn id="3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right)">
                                <p:cBhvr>
                                  <p:cTn id="311" dur="690"/>
                                  <p:tgtEl>
                                    <p:spTgt spid="16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41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8229600" y="-1280160"/>
            <a:ext cx="5486400" cy="5486400"/>
          </a:xfrm>
          <a:prstGeom prst="ellipse">
            <a:avLst/>
          </a:prstGeom>
          <a:solidFill>
            <a:srgbClr val="6C8CFF">
              <a:alpha val="2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7498079" y="2377440"/>
            <a:ext cx="6583680" cy="6583680"/>
          </a:xfrm>
          <a:prstGeom prst="ellipse">
            <a:avLst/>
          </a:prstGeom>
          <a:solidFill>
            <a:srgbClr val="FF8FB1">
              <a:alpha val="14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97280" y="2651760"/>
            <a:ext cx="9966960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4800" b="1" i="0">
                <a:solidFill>
                  <a:srgbClr val="EEF2FF"/>
                </a:solidFill>
                <a:latin typeface="Segoe UI"/>
                <a:ea typeface="微软雅黑"/>
                <a:cs typeface="微软雅黑"/>
              </a:rPr>
              <a:t>谢谢观看</a:t>
            </a:r>
          </a:p>
        </p:txBody>
      </p:sp>
      <p:sp>
        <p:nvSpPr>
          <p:cNvPr id="6" name="Rectangle 5"/>
          <p:cNvSpPr/>
          <p:nvPr/>
        </p:nvSpPr>
        <p:spPr>
          <a:xfrm>
            <a:off x="5684367" y="3931920"/>
            <a:ext cx="822960" cy="91440"/>
          </a:xfrm>
          <a:prstGeom prst="rect">
            <a:avLst/>
          </a:prstGeom>
          <a:solidFill>
            <a:srgbClr val="6C8C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97280" y="4206240"/>
            <a:ext cx="996696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600" b="0" i="0">
                <a:solidFill>
                  <a:srgbClr val="9AA7CC"/>
                </a:solidFill>
                <a:latin typeface="Segoe UI"/>
                <a:ea typeface="微软雅黑"/>
                <a:cs typeface="微软雅黑"/>
              </a:rPr>
              <a:t>在此输入联系方式 / 二维码 / 致谢</a:t>
            </a:r>
          </a:p>
        </p:txBody>
      </p:sp>
      <p:sp>
        <p:nvSpPr>
          <p:cNvPr id="8" name="Rectangle 7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2A355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9AA7CC"/>
                </a:solidFill>
                <a:latin typeface="Segoe UI"/>
                <a:ea typeface="微软雅黑"/>
                <a:cs typeface="微软雅黑"/>
              </a:rPr>
              <a:t>渐变流体  ·  Gradient Flow</a:t>
            </a:r>
          </a:p>
        </p:txBody>
      </p:sp>
    </p:spTree>
  </p:cSld>
  <p:clrMapOvr>
    <a:masterClrMapping/>
  </p:clrMapOvr>
  <p:transition spd="med">
    <p:checker dir="across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5" dur="690" fill="hold" nodeType="clickEffect" grpId="0" presetID="42" presetClass="entr" presetSubtype="10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linds(horizontal)">
                                <p:cBhvr>
                                  <p:cTn id="51" dur="690"/>
                                  <p:tgtEl>
                                    <p:spTgt spid="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7" dur="810" fill="hold" nodeType="afterEffect" grpId="0" presetID="43" presetClass="entr" presetSubtype="0">
                            <p:stCondLst>
                              <p:cond delay="130"/>
                            </p:stCondLst>
                            <p:childTnLst>
                              <p:set>
                                <p:cBhvr>
                                  <p:cTn id="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heckerboard(across)">
                                <p:cBhvr>
                                  <p:cTn id="71" dur="810"/>
                                  <p:tgtEl>
                                    <p:spTgt spid="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9" dur="450" fill="hold" nodeType="afterEffect" grpId="0" presetID="21" presetClass="entr" presetSubtype="2">
                            <p:stCondLst>
                              <p:cond delay="260"/>
                            </p:stCondLst>
                            <p:childTnLst>
                              <p:set>
                                <p:cBhvr>
                                  <p:cTn id="1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2)">
                                <p:cBhvr>
                                  <p:cTn id="91" dur="450"/>
                                  <p:tgtEl>
                                    <p:spTgt spid="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1" dur="570" fill="hold" nodeType="afterEffect" grpId="0" presetID="10" presetClass="entr" presetSubtype="0">
                            <p:stCondLst>
                              <p:cond delay="390"/>
                            </p:stCondLst>
                            <p:childTnLst>
                              <p:set>
                                <p:cBhvr>
                                  <p:cTn id="1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dissolve">
                                <p:cBhvr>
                                  <p:cTn id="111" dur="570"/>
                                  <p:tgtEl>
                                    <p:spTgt spid="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3" dur="690" fill="hold" nodeType="afterEffect" grpId="0" presetID="25" presetClass="entr" presetSubtype="1">
                            <p:stCondLst>
                              <p:cond delay="520"/>
                            </p:stCondLst>
                            <p:childTnLst>
                              <p:set>
                                <p:cBhvr>
                                  <p:cTn id="1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strips(downRight)">
                                <p:cBhvr>
                                  <p:cTn id="131" dur="690"/>
                                  <p:tgtEl>
                                    <p:spTgt spid="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5" dur="810" fill="hold" nodeType="afterEffect" grpId="0" presetID="45" presetClass="entr" presetSubtype="1">
                            <p:stCondLst>
                              <p:cond delay="650"/>
                            </p:stCondLst>
                            <p:childTnLst>
                              <p:set>
                                <p:cBhvr>
                                  <p:cTn id="1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arn(inHorizontal)">
                                <p:cBhvr>
                                  <p:cTn id="151" dur="810"/>
                                  <p:tgtEl>
                                    <p:spTgt spid="8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7" dur="450" fill="hold" nodeType="afterEffect" grpId="0" presetID="22" presetClass="entr" presetSubtype="8">
                            <p:stCondLst>
                              <p:cond delay="780"/>
                            </p:stCondLst>
                            <p:childTnLst>
                              <p:set>
                                <p:cBhvr>
                                  <p:cTn id="1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9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left)">
                                <p:cBhvr>
                                  <p:cTn id="171" dur="450"/>
                                  <p:tgtEl>
                                    <p:spTgt spid="9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