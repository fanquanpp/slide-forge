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内容创作提案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创作提案 · 在此输入作品名称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团队  ·  YYYY-MM-DD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创意缘起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世界观 / 故事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视觉与音乐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制作计划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创意缘起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创意缘起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在此输入创意点一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在此输入创意点二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在此输入创意点三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在此输入创意点四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风格参考 A / 风格参考 B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A · 风格参考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参考点一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参考点二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参考点三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B · 风格参考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参考点一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参考点二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参考点三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AF6F0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时长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成片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镜头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数量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角色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数量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周期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排期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ART &amp; MUSIC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剧本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分镜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制作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合成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ART &amp; MUSIC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B23A2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设定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45153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建模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B23A2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8747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动画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32341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后期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ART &amp; MUSIC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B23A2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B23A2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B23A2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环节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工具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负责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模型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在此填工具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在此填负责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在此填工具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在此填负责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后期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在此填工具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在此填负责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视觉与音乐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在此输入一句作品主题 / 立意。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— 创作团队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导演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美术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动画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