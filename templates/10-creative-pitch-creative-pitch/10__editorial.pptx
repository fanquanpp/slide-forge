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B23A2E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【页面定位】内容创作提案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【页面定位】在此输入一句作品主题 / 立意。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内容创作提案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后期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在此输入一句作品主题 / 立意。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B23A2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2A2A2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7A756C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7A75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杂志编辑">
  <a:themeElements>
    <a:clrScheme name="SlideForge 杂志编辑">
      <a:dk1>
        <a:srgbClr val="1C1B19"/>
      </a:dk1>
      <a:lt1>
        <a:srgbClr val="FAF6F0"/>
      </a:lt1>
      <a:dk2>
        <a:srgbClr val="7A756C"/>
      </a:dk2>
      <a:lt2>
        <a:srgbClr val="FFFFFF"/>
      </a:lt2>
      <a:accent1>
        <a:srgbClr val="B23A2E"/>
      </a:accent1>
      <a:accent2>
        <a:srgbClr val="2A2A28"/>
      </a:accent2>
      <a:accent3>
        <a:srgbClr val="2A2A28"/>
      </a:accent3>
      <a:accent4>
        <a:srgbClr val="E7DFD2"/>
      </a:accent4>
      <a:accent5>
        <a:srgbClr val="7A756C"/>
      </a:accent5>
      <a:accent6>
        <a:srgbClr val="FFFFFF"/>
      </a:accent6>
      <a:hlink>
        <a:srgbClr val="B23A2E"/>
      </a:hlink>
      <a:folHlink>
        <a:srgbClr val="7A756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