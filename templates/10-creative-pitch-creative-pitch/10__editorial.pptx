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示例系列（右键→编辑数据）</c:v>
                </c:pt>
              </c:strCache>
            </c:strRef>
          </c:tx>
          <c:spPr>
            <a:solidFill>
              <a:srgbClr val="B23A2E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【页面定位】内容创作提案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【页面定位】在此输入一句作品主题 / 立意。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内容创作提案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内容创作提案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世界观 / 故事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视觉与音乐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制作计划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在此输入「创意缘起」的要点一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在此输入「创意缘起」的要点二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在此输入「创意缘起」的要点三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在此输入「创意缘起」的要点四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世界观 / 故事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A · 创意缘起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B · 世界观 / 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AF6F0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世界观 / 故事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视觉与音乐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制作计划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后期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视觉与音乐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在此输入一句作品主题 / 立意。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创意缘起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世界观 / 故事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视觉与音乐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制作计划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B23A2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