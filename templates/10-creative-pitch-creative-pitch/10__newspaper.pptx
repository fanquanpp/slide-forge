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内容创作提案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内容创作提案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在此输入一句作品主题 / 立意。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