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内容创作提案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内容创作提案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BF9F4"/>
                </a:solidFill>
                <a:latin typeface="Georgia"/>
                <a:ea typeface="宋体"/>
                <a:cs typeface="宋体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8C1D1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视觉与音乐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在此输入一句作品主题 / 立意。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