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【页面定位】内容创作提案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【页面定位】在此输入一句作品主题 / 立意。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内容创作提案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内容创作提案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世界观 / 故事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视觉与音乐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制作计划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在此输入「创意缘起」的要点一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在此输入「创意缘起」的要点二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在此输入「创意缘起」的要点三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在此输入「创意缘起」的要点四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世界观 / 故事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A · 创意缘起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B · 世界观 / 故事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BF9F4"/>
                </a:solidFill>
                <a:latin typeface="Georgia"/>
                <a:ea typeface="宋体"/>
                <a:cs typeface="宋体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世界观 / 故事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视觉与音乐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制作计划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后期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8C1D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8C1D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8C1D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8C1D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8C1D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视觉与音乐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在此输入一句作品主题 / 立意。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