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创作提案 · 在此输入作品名称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在此输入创意点一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在此输入创意点二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在此输入创意点三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在此输入创意点四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风格参考 A / 风格参考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风格参考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参考点一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参考点二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参考点三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风格参考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参考点一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参考点二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参考点三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时长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成片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镜头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周期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ART &amp; MUSIC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剧本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分镜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合成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ART &amp; MUSIC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ART &amp; MUSIC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环节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负责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创作团队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导演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美术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