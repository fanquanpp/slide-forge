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5FD2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FF5FD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37E6D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B49CE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B49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蒸汽波">
  <a:themeElements>
    <a:clrScheme name="SlideForge 蒸汽波">
      <a:dk1>
        <a:srgbClr val="F6E9FF"/>
      </a:dk1>
      <a:lt1>
        <a:srgbClr val="1A1036"/>
      </a:lt1>
      <a:dk2>
        <a:srgbClr val="B49CE0"/>
      </a:dk2>
      <a:lt2>
        <a:srgbClr val="241548"/>
      </a:lt2>
      <a:accent1>
        <a:srgbClr val="FF5FD2"/>
      </a:accent1>
      <a:accent2>
        <a:srgbClr val="37E6D0"/>
      </a:accent2>
      <a:accent3>
        <a:srgbClr val="37E6D0"/>
      </a:accent3>
      <a:accent4>
        <a:srgbClr val="3A2A66"/>
      </a:accent4>
      <a:accent5>
        <a:srgbClr val="B49CE0"/>
      </a:accent5>
      <a:accent6>
        <a:srgbClr val="241548"/>
      </a:accent6>
      <a:hlink>
        <a:srgbClr val="FF5FD2"/>
      </a:hlink>
      <a:folHlink>
        <a:srgbClr val="B49C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