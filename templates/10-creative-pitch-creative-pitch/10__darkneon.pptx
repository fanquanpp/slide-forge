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F472B6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内容创作提案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创作提案 · 在此输入作品名称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团队  ·  YYYY-MM-DD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创意缘起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世界观 / 故事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视觉与音乐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制作计划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F472B6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创意缘起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创意缘起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在此输入创意点一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在此输入创意点二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在此输入创意点三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在此输入创意点四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风格参考 A / 风格参考 B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A · 风格参考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参考点一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参考点二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参考点三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B · 风格参考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472B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参考点一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472B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参考点二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472B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参考点三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B0F1A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70048"/>
            <a:ext cx="1790623" cy="1632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时长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668012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成片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89804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70048"/>
            <a:ext cx="1790623" cy="1632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镜头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668012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数量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89804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70048"/>
            <a:ext cx="1790623" cy="1632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角色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668012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数量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89804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70048"/>
            <a:ext cx="1790623" cy="1632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周期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668012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排期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89804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ART &amp; MUSIC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剧本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分镜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制作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合成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ART &amp; MUSIC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22D3EE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246120"/>
            <a:ext cx="20077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设定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5153" y="3246120"/>
            <a:ext cx="20077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建模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22D3EE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8747" y="3246120"/>
            <a:ext cx="20077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动画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2341" y="3246120"/>
            <a:ext cx="20077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后期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ART &amp; MUSIC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3877056"/>
            <a:ext cx="685800" cy="1609344"/>
          </a:xfrm>
          <a:prstGeom prst="rect">
            <a:avLst/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14600" y="3145535"/>
            <a:ext cx="685800" cy="2340864"/>
          </a:xfrm>
          <a:prstGeom prst="rect">
            <a:avLst/>
          </a:prstGeom>
          <a:solidFill>
            <a:srgbClr val="F472B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4169663"/>
            <a:ext cx="685800" cy="1316736"/>
          </a:xfrm>
          <a:prstGeom prst="rect">
            <a:avLst/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2706624"/>
            <a:ext cx="685800" cy="2779776"/>
          </a:xfrm>
          <a:prstGeom prst="rect">
            <a:avLst/>
          </a:prstGeom>
          <a:solidFill>
            <a:srgbClr val="F472B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3438144"/>
            <a:ext cx="685800" cy="2048255"/>
          </a:xfrm>
          <a:prstGeom prst="rect">
            <a:avLst/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86600" y="3730752"/>
            <a:ext cx="685800" cy="1755648"/>
          </a:xfrm>
          <a:prstGeom prst="rect">
            <a:avLst/>
          </a:prstGeom>
          <a:solidFill>
            <a:srgbClr val="F472B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6235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环节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负责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在此填负责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动作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在此填工具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在此填负责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2631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后期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在此填工具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在此填负责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151B2B"/>
          </a:solidFill>
          <a:ln w="12700">
            <a:solidFill>
              <a:srgbClr val="2631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F472B6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视觉与音乐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F472B6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在此输入一句作品主题 / 立意。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— 创作团队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导演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美术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9525">
            <a:solidFill>
              <a:srgbClr val="263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2D3EE"/>
                </a:solidFill>
                <a:latin typeface="Segoe UI"/>
                <a:ea typeface="微软雅黑"/>
                <a:cs typeface="微软雅黑"/>
              </a:rPr>
              <a:t>动画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F472B6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EAF2FF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63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4A3C4"/>
                </a:solidFill>
                <a:latin typeface="Segoe UI"/>
                <a:ea typeface="微软雅黑"/>
                <a:cs typeface="微软雅黑"/>
              </a:rPr>
              <a:t>暗黑霓虹  ·  Dark Neon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