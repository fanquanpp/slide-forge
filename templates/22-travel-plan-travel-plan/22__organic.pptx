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6B8E5A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C98A5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旅行与行程计划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旅行与行程计划 · 在此输入副标题 / 项目名称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目的地概览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行程安排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预算与装备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注意事项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6B8E5A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C98A5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33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目的地概览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目的地概览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在此输入「目的地概览」的要点一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在此输入「目的地概览」的要点二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在此输入「目的地概览」的要点三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在此输入「目的地概览」的要点四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行程安排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A · 目的地概览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C9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B · 行程安排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8A5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8A5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8A5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33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3EFE6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45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4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1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目的地概览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行程安排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预算与装备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注意事项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81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6B8E5A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规划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预订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6B8E5A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出发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记录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463040" y="3840480"/>
            <a:ext cx="1280160" cy="914400"/>
          </a:xfrm>
          <a:prstGeom prst="line">
            <a:avLst/>
          </a:prstGeom>
          <a:ln w="31750">
            <a:solidFill>
              <a:srgbClr val="6B8E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0" y="3840480"/>
            <a:ext cx="1280160" cy="457200"/>
          </a:xfrm>
          <a:prstGeom prst="line">
            <a:avLst/>
          </a:prstGeom>
          <a:ln w="31750">
            <a:solidFill>
              <a:srgbClr val="6B8E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023360" y="3108960"/>
            <a:ext cx="1280160" cy="1188720"/>
          </a:xfrm>
          <a:prstGeom prst="line">
            <a:avLst/>
          </a:prstGeom>
          <a:ln w="31750">
            <a:solidFill>
              <a:srgbClr val="6B8E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3108960"/>
            <a:ext cx="1280160" cy="457200"/>
          </a:xfrm>
          <a:prstGeom prst="line">
            <a:avLst/>
          </a:prstGeom>
          <a:ln w="31750">
            <a:solidFill>
              <a:srgbClr val="6B8E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83680" y="2743200"/>
            <a:ext cx="1280160" cy="822960"/>
          </a:xfrm>
          <a:prstGeom prst="line">
            <a:avLst/>
          </a:prstGeom>
          <a:ln w="31750">
            <a:solidFill>
              <a:srgbClr val="6B8E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99032" y="4690872"/>
            <a:ext cx="128016" cy="128016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9192" y="3776472"/>
            <a:ext cx="128016" cy="128016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59352" y="4233672"/>
            <a:ext cx="128016" cy="128016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9512" y="3044952"/>
            <a:ext cx="128016" cy="128016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3502152"/>
            <a:ext cx="128016" cy="128016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9831" y="2679192"/>
            <a:ext cx="128016" cy="128016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57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45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6B8E5A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C98A5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33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预算与装备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6B8E5A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C98A5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在此输入一句旅行心情。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39"/>
            <a:ext cx="310896" cy="310896"/>
          </a:xfrm>
          <a:prstGeom prst="rect">
            <a:avLst/>
          </a:prstGeom>
          <a:noFill/>
          <a:ln w="17780">
            <a:solidFill>
              <a:srgbClr val="6B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1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在此输入待办项一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615184"/>
            <a:ext cx="9784080" cy="0"/>
          </a:xfrm>
          <a:prstGeom prst="line">
            <a:avLst/>
          </a:prstGeom>
          <a:ln w="762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68680" y="2807207"/>
            <a:ext cx="310896" cy="310896"/>
          </a:xfrm>
          <a:prstGeom prst="rect">
            <a:avLst/>
          </a:prstGeom>
          <a:noFill/>
          <a:ln w="17780">
            <a:solidFill>
              <a:srgbClr val="6B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19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61487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在此输入待办项二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3273551"/>
            <a:ext cx="9784080" cy="0"/>
          </a:xfrm>
          <a:prstGeom prst="line">
            <a:avLst/>
          </a:prstGeom>
          <a:ln w="762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8680" y="3465575"/>
            <a:ext cx="310896" cy="310896"/>
          </a:xfrm>
          <a:prstGeom prst="rect">
            <a:avLst/>
          </a:prstGeom>
          <a:noFill/>
          <a:ln w="17780">
            <a:solidFill>
              <a:srgbClr val="6B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7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198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在此输入待办项三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54480" y="3931920"/>
            <a:ext cx="9784080" cy="0"/>
          </a:xfrm>
          <a:prstGeom prst="line">
            <a:avLst/>
          </a:prstGeom>
          <a:ln w="762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68680" y="4123944"/>
            <a:ext cx="310896" cy="310896"/>
          </a:xfrm>
          <a:prstGeom prst="rect">
            <a:avLst/>
          </a:prstGeom>
          <a:noFill/>
          <a:ln w="17780">
            <a:solidFill>
              <a:srgbClr val="6B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05656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782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在此输入待办项四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4590288"/>
            <a:ext cx="9784080" cy="0"/>
          </a:xfrm>
          <a:prstGeom prst="line">
            <a:avLst/>
          </a:prstGeom>
          <a:ln w="762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方案对比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32378" cy="37947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方案一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9658" y="2148840"/>
            <a:ext cx="3332378" cy="3794760"/>
          </a:xfrm>
          <a:prstGeom prst="roundRect">
            <a:avLst>
              <a:gd name="adj" fmla="val 22000"/>
            </a:avLst>
          </a:prstGeom>
          <a:solidFill>
            <a:srgbClr val="6B8E5A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9698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方案二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9698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9698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6356" y="2148840"/>
            <a:ext cx="3332378" cy="37947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6396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方案三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对比矩阵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58368"/>
          </a:xfrm>
          <a:prstGeom prst="rect">
            <a:avLst/>
          </a:prstGeom>
          <a:solidFill>
            <a:srgbClr val="33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2283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171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807208"/>
            <a:ext cx="1054577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22960" y="2807208"/>
            <a:ext cx="10545775" cy="0"/>
          </a:xfrm>
          <a:prstGeom prst="line">
            <a:avLst/>
          </a:prstGeom>
          <a:ln w="762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2952048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维度一</a:t>
            </a:r>
          </a:p>
        </p:txBody>
      </p:sp>
      <p:sp>
        <p:nvSpPr>
          <p:cNvPr id="14" name="Oval 13"/>
          <p:cNvSpPr/>
          <p:nvPr/>
        </p:nvSpPr>
        <p:spPr>
          <a:xfrm>
            <a:off x="4677041" y="3035808"/>
            <a:ext cx="201168" cy="20116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3485" y="3035808"/>
            <a:ext cx="201168" cy="20116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49929" y="3035808"/>
            <a:ext cx="201168" cy="201168"/>
          </a:xfrm>
          <a:prstGeom prst="ellipse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22960" y="3465576"/>
            <a:ext cx="10545775" cy="0"/>
          </a:xfrm>
          <a:prstGeom prst="line">
            <a:avLst/>
          </a:prstGeom>
          <a:ln w="762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3610416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维度二</a:t>
            </a:r>
          </a:p>
        </p:txBody>
      </p:sp>
      <p:sp>
        <p:nvSpPr>
          <p:cNvPr id="19" name="Oval 18"/>
          <p:cNvSpPr/>
          <p:nvPr/>
        </p:nvSpPr>
        <p:spPr>
          <a:xfrm>
            <a:off x="4677041" y="3694176"/>
            <a:ext cx="201168" cy="20116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3485" y="3694176"/>
            <a:ext cx="201168" cy="201168"/>
          </a:xfrm>
          <a:prstGeom prst="ellipse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49929" y="3694176"/>
            <a:ext cx="201168" cy="20116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123944"/>
            <a:ext cx="1054577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22960" y="4123944"/>
            <a:ext cx="10545775" cy="0"/>
          </a:xfrm>
          <a:prstGeom prst="line">
            <a:avLst/>
          </a:prstGeom>
          <a:ln w="762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5840" y="4268784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维度三</a:t>
            </a:r>
          </a:p>
        </p:txBody>
      </p:sp>
      <p:sp>
        <p:nvSpPr>
          <p:cNvPr id="25" name="Oval 24"/>
          <p:cNvSpPr/>
          <p:nvPr/>
        </p:nvSpPr>
        <p:spPr>
          <a:xfrm>
            <a:off x="4677041" y="4352544"/>
            <a:ext cx="201168" cy="20116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3485" y="4352544"/>
            <a:ext cx="201168" cy="20116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9929" y="4352544"/>
            <a:ext cx="201168" cy="20116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6B8E5A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C98A5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