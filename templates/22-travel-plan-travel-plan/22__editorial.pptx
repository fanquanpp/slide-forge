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旅行与行程计划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旅行与行程计划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目的地概览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行程安排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预算与装备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注意事项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目的地概览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目的地概览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在此输入「目的地概览」的要点一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在此输入「目的地概览」的要点二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在此输入「目的地概览」的要点三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在此输入「目的地概览」的要点四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行程安排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A · 目的地概览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B · 行程安排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AF6F0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目的地概览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行程安排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预算与装备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预订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预算与装备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在此输入一句旅行心情。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目的地概览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行程安排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预算与装备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