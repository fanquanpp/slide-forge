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1"/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notesMaster" Target="notesMasters/notesMaster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示例构成（右键 → 编辑数据）</c:v>
                </c:pt>
              </c:strCache>
            </c:strRef>
          </c:tx>
          <c:dPt>
            <c:idx val="0"/>
            <c:spPr>
              <a:solidFill>
                <a:srgbClr val="F49AC1"/>
              </a:solidFill>
            </c:spPr>
          </c:dPt>
          <c:dPt>
            <c:idx val="1"/>
            <c:spPr>
              <a:solidFill>
                <a:srgbClr val="8FD3C7"/>
              </a:solidFill>
            </c:spPr>
          </c:dPt>
          <c:dPt>
            <c:idx val="2"/>
            <c:spPr>
              <a:solidFill>
                <a:srgbClr val="F49AC1"/>
              </a:solidFill>
            </c:spPr>
          </c:dPt>
          <c:dPt>
            <c:idx val="3"/>
            <c:spPr>
              <a:solidFill>
                <a:srgbClr val="8FD3C7"/>
              </a:solidFill>
            </c:spPr>
          </c:dPt>
          <c:cat>
            <c:strRef>
              <c:f>Sheet1!$A$2:$A$5</c:f>
              <c:strCache>
                <c:ptCount val="4"/>
                <c:pt idx="0">
                  <c:v>板块一</c:v>
                </c:pt>
                <c:pt idx="1">
                  <c:v>板块二</c:v>
                </c:pt>
                <c:pt idx="2">
                  <c:v>板块三</c:v>
                </c:pt>
                <c:pt idx="3">
                  <c:v>板块四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40</c:v>
                </c:pt>
                <c:pt idx="1">
                  <c:v>25</c:v>
                </c:pt>
                <c:pt idx="2">
                  <c:v>20</c:v>
                </c:pt>
                <c:pt idx="3">
                  <c:v>15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legend>
      <c:legendPos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【页面定位】SECTION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【页面定位】01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收尾页：总结要点并给出行动号召或联系方式。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【页面定位】METRICS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收尾页：总结要点并给出行动号召或联系方式。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【页面定位】02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【页面定位】在此输入一句旅行心情。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【页面定位】HIGHLIGHTS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【页面定位】TEAM —— 收尾页：总结要点并给出行动号召或联系方式。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【页面定位】FAQ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【页面定位】ROADMAP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【页面定位】CHECKLIST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【页面定位】谢谢观看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F49AC1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937760" cy="6858000"/>
          </a:xfrm>
          <a:prstGeom prst="rect">
            <a:avLst/>
          </a:prstGeom>
          <a:solidFill>
            <a:srgbClr val="F49AC1">
              <a:alpha val="9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194560"/>
            <a:ext cx="3657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SECTION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0" y="2286000"/>
            <a:ext cx="6035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400"/>
              </a:spcAft>
            </a:pPr>
            <a:r>
              <a:rPr sz="36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旅行与行程计划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0" y="4206240"/>
            <a:ext cx="5852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7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旅行与行程计划 · 在此输入副标题 / 项目名称</a:t>
            </a:r>
          </a:p>
        </p:txBody>
      </p:sp>
    </p:spTree>
  </p:cSld>
  <p:clrMapOvr>
    <a:masterClrMapping/>
  </p:clrMapOvr>
  <p:transition spd="med" advClick="1" advTm="6000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4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6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0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377440"/>
            <a:ext cx="2430703" cy="2194560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目的地概览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7983" y="2377440"/>
            <a:ext cx="2430703" cy="2194560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8023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8023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行程安排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2377440"/>
            <a:ext cx="2430703" cy="2194560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3047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预算与装备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38031" y="2377440"/>
            <a:ext cx="2430703" cy="2194560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58071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58071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注意事项</a:t>
            </a:r>
          </a:p>
        </p:txBody>
      </p: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马卡龙柔彩  ·  Pastel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2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4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22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6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570" fill="hold" nodeType="afterEffect" grpId="0" presetID="42" presetClass="entr" presetSubtype="1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8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690" fill="hold" nodeType="afterEffect" grpId="0" presetID="43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0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810" fill="hold" nodeType="afterEffect" grpId="0" presetID="21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2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450" fill="hold" nodeType="afterEffect" grpId="0" presetID="10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4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570" fill="hold" nodeType="afterEffect" grpId="0" presetID="2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6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690" fill="hold" nodeType="afterEffect" grpId="0" presetID="4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8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810" fill="hold" nodeType="afterEffect" grpId="0" presetID="22" presetClass="entr" presetSubtype="8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30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F49AC1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3A3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目的地概览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马卡龙柔彩  ·  Pastel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6000">
        <p14:reveal dir="r"/>
      </p:transition>
    </mc:Choice>
    <mc:Fallback>
      <p:transition spd="med" advClick="1" advTm="6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4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6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0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目的地概览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057400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2103120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在此输入「目的地概览」的要点一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2660904"/>
            <a:ext cx="9418320" cy="0"/>
          </a:xfrm>
          <a:prstGeom prst="line">
            <a:avLst/>
          </a:prstGeom>
          <a:ln w="7620">
            <a:solidFill>
              <a:srgbClr val="F0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22960" y="284378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889503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在此输入「目的地概览」的要点二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920240" y="3447288"/>
            <a:ext cx="9418320" cy="0"/>
          </a:xfrm>
          <a:prstGeom prst="line">
            <a:avLst/>
          </a:prstGeom>
          <a:ln w="7620">
            <a:solidFill>
              <a:srgbClr val="F0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63016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20240" y="3675887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在此输入「目的地概览」的要点三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920240" y="4233672"/>
            <a:ext cx="9418320" cy="0"/>
          </a:xfrm>
          <a:prstGeom prst="line">
            <a:avLst/>
          </a:prstGeom>
          <a:ln w="7620">
            <a:solidFill>
              <a:srgbClr val="F0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22960" y="4416552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4462272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在此输入「目的地概览」的要点四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920240" y="5020056"/>
            <a:ext cx="9418320" cy="0"/>
          </a:xfrm>
          <a:prstGeom prst="line">
            <a:avLst/>
          </a:prstGeom>
          <a:ln w="7620">
            <a:solidFill>
              <a:srgbClr val="F0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马卡龙柔彩  ·  Pastel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0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2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4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6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810" fill="hold" nodeType="afterEffect" grpId="0" presetID="21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8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450" fill="hold" nodeType="afterEffect" grpId="0" presetID="10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0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570" fill="hold" nodeType="afterEffect" grpId="0" presetID="2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2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690" fill="hold" nodeType="afterEffect" grpId="0" presetID="4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4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810" fill="hold" nodeType="afterEffect" grpId="0" presetID="22" presetClass="entr" presetSubtype="8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6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450" fill="hold" nodeType="afterEffect" grpId="0" presetID="37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8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570" fill="hold" nodeType="afterEffect" grpId="0" presetID="52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30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行程安排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A · 目的地概览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8FD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B · 行程安排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8FD3C7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8FD3C7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8FD3C7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Oval 13"/>
          <p:cNvSpPr/>
          <p:nvPr/>
        </p:nvSpPr>
        <p:spPr>
          <a:xfrm>
            <a:off x="5711799" y="3703320"/>
            <a:ext cx="768096" cy="768096"/>
          </a:xfrm>
          <a:prstGeom prst="ellipse">
            <a:avLst/>
          </a:prstGeom>
          <a:solidFill>
            <a:srgbClr val="3A3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11799" y="3703320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DF7F9"/>
                </a:solidFill>
                <a:latin typeface="Segoe UI"/>
                <a:ea typeface="微软雅黑"/>
                <a:cs typeface="微软雅黑"/>
              </a:rPr>
              <a:t>VS</a:t>
            </a:r>
          </a:p>
        </p:txBody>
      </p:sp>
      <p:sp>
        <p:nvSpPr>
          <p:cNvPr id="16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马卡龙柔彩  ·  Pastel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6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0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57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2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69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4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81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6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450" fill="hold" nodeType="afterEffect" grpId="0" presetID="10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8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570" fill="hold" nodeType="afterEffect" grpId="0" presetID="2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0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690" fill="hold" nodeType="afterEffect" grpId="0" presetID="4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2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810" fill="hold" nodeType="afterEffect" grpId="0" presetID="22" presetClass="entr" presetSubtype="8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4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450" fill="hold" nodeType="afterEffect" grpId="0" presetID="37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6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马卡龙柔彩  ·  Pastel</a:t>
            </a:r>
          </a:p>
        </p:txBody>
      </p:sp>
    </p:spTree>
  </p:cSld>
  <p:clrMapOvr>
    <a:masterClrMapping/>
  </p:clrMapOvr>
  <p:transition spd="med" advClick="1" advTm="10000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0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2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41" dur="81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6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570" fill="hold" nodeType="afterEffect" grpId="0" presetID="2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8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690" fill="hold" nodeType="afterEffect" grpId="0" presetID="4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0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810" fill="hold" nodeType="afterEffect" grpId="0" presetID="22" presetClass="entr" presetSubtype="8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21" dur="81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450" fill="hold" nodeType="afterEffect" grpId="0" presetID="37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4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570" fill="hold" nodeType="afterEffect" grpId="0" presetID="52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6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690" fill="hold" nodeType="afterEffect" grpId="0" presetID="21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81" dur="69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810" fill="hold" nodeType="afterEffect" grpId="0" presetID="22" presetClass="entr" presetSubtype="4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301" dur="810"/>
                                  <p:tgtEl>
                                    <p:spTgt spid="2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F0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目的地概览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行程安排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预算与装备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注意事项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马卡龙柔彩  ·  Pastel</a:t>
            </a:r>
          </a:p>
        </p:txBody>
      </p:sp>
    </p:spTree>
  </p:cSld>
  <p:clrMapOvr>
    <a:masterClrMapping/>
  </p:clrMapOvr>
  <p:transition spd="med" advClick="1" advTm="8000">
    <p:wipe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8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0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2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41" dur="45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6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69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8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81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0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45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2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570" fill="hold" nodeType="afterEffect" grpId="0" presetID="52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4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690" fill="hold" nodeType="afterEffect" grpId="0" presetID="21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61" dur="69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810" fill="hold" nodeType="afterEffect" grpId="0" presetID="22" presetClass="entr" presetSubtype="4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450" fill="hold" nodeType="afterEffect" grpId="0" presetID="9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0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49AC1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规划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16553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预订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0147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49AC1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出发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03741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记录</a:t>
            </a:r>
          </a:p>
        </p:txBody>
      </p:sp>
      <p:sp>
        <p:nvSpPr>
          <p:cNvPr id="17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马卡龙柔彩  ·  Pastel</a:t>
            </a:r>
          </a:p>
        </p:txBody>
      </p:sp>
    </p:spTree>
  </p:cSld>
  <p:clrMapOvr>
    <a:masterClrMapping/>
  </p:clrMapOvr>
  <p:transition spd="med" advClick="1" advTm="8000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0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2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4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6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810" fill="hold" nodeType="afterEffect" grpId="0" presetID="22" presetClass="entr" presetSubtype="8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8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450" fill="hold" nodeType="afterEffect" grpId="0" presetID="37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0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570" fill="hold" nodeType="afterEffect" grpId="0" presetID="52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2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690" fill="hold" nodeType="afterEffect" grpId="0" presetID="21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4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810" fill="hold" nodeType="afterEffect" grpId="0" presetID="22" presetClass="entr" presetSubtype="4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6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450" fill="hold" nodeType="afterEffect" grpId="0" presetID="9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8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1371600" y="2286000"/>
          <a:ext cx="5486400" cy="35204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原生可编辑图表 · 右键图表 → 编辑数据 即可替换数值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1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马卡龙柔彩  ·  Pastel</a:t>
            </a:r>
          </a:p>
        </p:txBody>
      </p:sp>
    </p:spTree>
  </p:cSld>
  <p:clrMapOvr>
    <a:masterClrMapping/>
  </p:clrMapOvr>
  <p:transition spd="med" advClick="1" advTm="10000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4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6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0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57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2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69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4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81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6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F0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F0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F0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马卡龙柔彩  ·  Pastel</a:t>
            </a:r>
          </a:p>
        </p:txBody>
      </p:sp>
    </p:spTree>
  </p:cSld>
  <p:clrMapOvr>
    <a:masterClrMapping/>
  </p:clrMapOvr>
  <p:transition spd="med" advClick="1" advTm="10000">
    <p:wheel spokes="1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0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2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4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6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570" fill="hold" nodeType="afterEffect" grpId="0" presetID="52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8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690" fill="hold" nodeType="afterEffect" grpId="0" presetID="21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0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810" fill="hold" nodeType="afterEffect" grpId="0" presetID="22" presetClass="entr" presetSubtype="4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2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450" fill="hold" nodeType="afterEffect" grpId="0" presetID="9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4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570" fill="hold" nodeType="afterEffect" grpId="0" presetID="22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6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690" fill="hold" nodeType="afterEffect" grpId="0" presetID="18" presetClass="entr" presetSubtype="1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8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810" fill="hold" nodeType="afterEffect" grpId="0" presetID="22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30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F0E3E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F0E3E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F0E3E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F0E3E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F0E3E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F0E3E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马卡龙柔彩  ·  Pastel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pan dir="l"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0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2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4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52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6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690" fill="hold" nodeType="afterEffect" grpId="0" presetID="21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8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810" fill="hold" nodeType="afterEffect" grpId="0" presetID="22" presetClass="entr" presetSubtype="4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0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450" fill="hold" nodeType="afterEffect" grpId="0" presetID="9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2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570" fill="hold" nodeType="afterEffect" grpId="0" presetID="22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4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690" fill="hold" nodeType="afterEffect" grpId="0" presetID="18" presetClass="entr" presetSubtype="1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6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810" fill="hold" nodeType="afterEffect" grpId="0" presetID="22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8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450" fill="hold" nodeType="afterEffect" grpId="0" presetID="42" presetClass="entr" presetSubtype="1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30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F49AC1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3A3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预算与装备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马卡龙柔彩  ·  Pastel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6000">
        <p14:reveal dir="r"/>
      </p:transition>
    </mc:Choice>
    <mc:Fallback>
      <p:transition spd="med" advClick="1" advTm="6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4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6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0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F49AC1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在此输入一句旅行心情。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马卡龙柔彩  ·  Pastel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4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6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0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HIGHLIGHTS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关键数字 / 速览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48840"/>
            <a:ext cx="2430703" cy="3566160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97280" y="2423160"/>
            <a:ext cx="384048" cy="50292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motion:hero"/>
          <p:cNvSpPr txBox="1"/>
          <p:nvPr/>
        </p:nvSpPr>
        <p:spPr>
          <a:xfrm>
            <a:off x="1097280" y="2606040"/>
            <a:ext cx="188206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566160"/>
            <a:ext cx="188206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5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维度一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3950208"/>
            <a:ext cx="1882063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趋势 / 备注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97280" y="5093207"/>
            <a:ext cx="219456" cy="256032"/>
          </a:xfrm>
          <a:prstGeom prst="rect">
            <a:avLst/>
          </a:prstGeom>
          <a:solidFill>
            <a:srgbClr val="F49AC1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408176" y="4965192"/>
            <a:ext cx="219456" cy="384048"/>
          </a:xfrm>
          <a:prstGeom prst="rect">
            <a:avLst/>
          </a:prstGeom>
          <a:solidFill>
            <a:srgbClr val="8FD3C7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719072" y="4837175"/>
            <a:ext cx="219456" cy="512064"/>
          </a:xfrm>
          <a:prstGeom prst="rect">
            <a:avLst/>
          </a:prstGeom>
          <a:solidFill>
            <a:srgbClr val="F49AC1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029967" y="4709159"/>
            <a:ext cx="219456" cy="640080"/>
          </a:xfrm>
          <a:prstGeom prst="rect">
            <a:avLst/>
          </a:prstGeom>
          <a:solidFill>
            <a:srgbClr val="8FD3C7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340864" y="5093207"/>
            <a:ext cx="219456" cy="256032"/>
          </a:xfrm>
          <a:prstGeom prst="rect">
            <a:avLst/>
          </a:prstGeom>
          <a:solidFill>
            <a:srgbClr val="F49AC1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527983" y="2148840"/>
            <a:ext cx="2430703" cy="3566160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802303" y="2423160"/>
            <a:ext cx="384048" cy="50292"/>
          </a:xfrm>
          <a:prstGeom prst="rect">
            <a:avLst/>
          </a:prstGeom>
          <a:solidFill>
            <a:srgbClr val="8FD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content:kpi"/>
          <p:cNvSpPr txBox="1"/>
          <p:nvPr/>
        </p:nvSpPr>
        <p:spPr>
          <a:xfrm>
            <a:off x="3802303" y="2606040"/>
            <a:ext cx="188206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8FD3C7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02303" y="3566160"/>
            <a:ext cx="188206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5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维度二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02303" y="3950208"/>
            <a:ext cx="1882063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趋势 / 备注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802303" y="4965192"/>
            <a:ext cx="219456" cy="384048"/>
          </a:xfrm>
          <a:prstGeom prst="rect">
            <a:avLst/>
          </a:prstGeom>
          <a:solidFill>
            <a:srgbClr val="8FD3C7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113199" y="4837175"/>
            <a:ext cx="219456" cy="512064"/>
          </a:xfrm>
          <a:prstGeom prst="rect">
            <a:avLst/>
          </a:prstGeom>
          <a:solidFill>
            <a:srgbClr val="F49AC1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424095" y="4709159"/>
            <a:ext cx="219456" cy="640080"/>
          </a:xfrm>
          <a:prstGeom prst="rect">
            <a:avLst/>
          </a:prstGeom>
          <a:solidFill>
            <a:srgbClr val="8FD3C7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734991" y="5093207"/>
            <a:ext cx="219456" cy="256032"/>
          </a:xfrm>
          <a:prstGeom prst="rect">
            <a:avLst/>
          </a:prstGeom>
          <a:solidFill>
            <a:srgbClr val="F49AC1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045887" y="4965192"/>
            <a:ext cx="219456" cy="384048"/>
          </a:xfrm>
          <a:prstGeom prst="rect">
            <a:avLst/>
          </a:prstGeom>
          <a:solidFill>
            <a:srgbClr val="8FD3C7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233007" y="2148840"/>
            <a:ext cx="2430703" cy="3566160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507327" y="2423160"/>
            <a:ext cx="384048" cy="50292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content:kpi"/>
          <p:cNvSpPr txBox="1"/>
          <p:nvPr/>
        </p:nvSpPr>
        <p:spPr>
          <a:xfrm>
            <a:off x="6507327" y="2606040"/>
            <a:ext cx="188206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07327" y="3566160"/>
            <a:ext cx="188206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5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维度三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07327" y="3950208"/>
            <a:ext cx="1882063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趋势 / 备注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507327" y="4837175"/>
            <a:ext cx="219456" cy="512064"/>
          </a:xfrm>
          <a:prstGeom prst="rect">
            <a:avLst/>
          </a:prstGeom>
          <a:solidFill>
            <a:srgbClr val="F49AC1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818223" y="4709159"/>
            <a:ext cx="219456" cy="640080"/>
          </a:xfrm>
          <a:prstGeom prst="rect">
            <a:avLst/>
          </a:prstGeom>
          <a:solidFill>
            <a:srgbClr val="8FD3C7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129119" y="5093207"/>
            <a:ext cx="219456" cy="256032"/>
          </a:xfrm>
          <a:prstGeom prst="rect">
            <a:avLst/>
          </a:prstGeom>
          <a:solidFill>
            <a:srgbClr val="F49AC1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440015" y="4965192"/>
            <a:ext cx="219456" cy="384048"/>
          </a:xfrm>
          <a:prstGeom prst="rect">
            <a:avLst/>
          </a:prstGeom>
          <a:solidFill>
            <a:srgbClr val="8FD3C7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750911" y="4837175"/>
            <a:ext cx="219456" cy="512064"/>
          </a:xfrm>
          <a:prstGeom prst="rect">
            <a:avLst/>
          </a:prstGeom>
          <a:solidFill>
            <a:srgbClr val="F49AC1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8938031" y="2148840"/>
            <a:ext cx="2430703" cy="3566160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212351" y="2423160"/>
            <a:ext cx="384048" cy="50292"/>
          </a:xfrm>
          <a:prstGeom prst="rect">
            <a:avLst/>
          </a:prstGeom>
          <a:solidFill>
            <a:srgbClr val="8FD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content:kpi"/>
          <p:cNvSpPr txBox="1"/>
          <p:nvPr/>
        </p:nvSpPr>
        <p:spPr>
          <a:xfrm>
            <a:off x="9212351" y="2606040"/>
            <a:ext cx="188206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8FD3C7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212351" y="3566160"/>
            <a:ext cx="188206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5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维度四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212351" y="3950208"/>
            <a:ext cx="1882063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趋势 / 备注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212351" y="4709159"/>
            <a:ext cx="219456" cy="640080"/>
          </a:xfrm>
          <a:prstGeom prst="rect">
            <a:avLst/>
          </a:prstGeom>
          <a:solidFill>
            <a:srgbClr val="8FD3C7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9523247" y="5093207"/>
            <a:ext cx="219456" cy="256032"/>
          </a:xfrm>
          <a:prstGeom prst="rect">
            <a:avLst/>
          </a:prstGeom>
          <a:solidFill>
            <a:srgbClr val="F49AC1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834143" y="4965192"/>
            <a:ext cx="219456" cy="384048"/>
          </a:xfrm>
          <a:prstGeom prst="rect">
            <a:avLst/>
          </a:prstGeom>
          <a:solidFill>
            <a:srgbClr val="8FD3C7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0145039" y="4837175"/>
            <a:ext cx="219456" cy="512064"/>
          </a:xfrm>
          <a:prstGeom prst="rect">
            <a:avLst/>
          </a:prstGeom>
          <a:solidFill>
            <a:srgbClr val="F49AC1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0455935" y="4709159"/>
            <a:ext cx="219456" cy="640080"/>
          </a:xfrm>
          <a:prstGeom prst="rect">
            <a:avLst/>
          </a:prstGeom>
          <a:solidFill>
            <a:srgbClr val="8FD3C7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马卡龙柔彩  ·  Pastel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ripple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0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21" dur="690"/>
                                  <p:tgtEl>
                                    <p:spTgt spid="2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41" dur="810"/>
                                  <p:tgtEl>
                                    <p:spTgt spid="3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6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570" fill="hold" nodeType="afterEffect" grpId="0" presetID="22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8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690" fill="hold" nodeType="afterEffect" grpId="0" presetID="18" presetClass="entr" presetSubtype="1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01" dur="690"/>
                                  <p:tgtEl>
                                    <p:spTgt spid="2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810" fill="hold" nodeType="afterEffect" grpId="0" presetID="22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21" dur="810"/>
                                  <p:tgtEl>
                                    <p:spTgt spid="3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450" fill="hold" nodeType="afterEffect" grpId="0" presetID="42" presetClass="entr" presetSubtype="1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4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500" fill="hold" nodeType="afterEffect" grpId="0" presetID="6" presetClass="emph" presetSubtype="0">
                            <p:stCondLst>
                              <p:cond delay="1750"/>
                            </p:stCondLst>
                            <p:childTnLst>
                              <p:animScale>
                                <p:cBhvr>
                                  <p:cTn id="261" dur="500" fill="hold"/>
                                  <p:tgtEl>
                                    <p:spTgt spid="8"/>
                                  </p:tgtEl>
                                </p:cBhvr>
                                <p:by x="108000" y="108000"/>
                              </p:animScale>
                            </p:childTnLst>
                          </p:cTn>
                        </p:par>
                        <p:par>
                          <p:cTn id="27" dur="570" fill="hold" nodeType="afterEffect" grpId="0" presetID="43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71" dur="57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1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91" dur="690"/>
                                  <p:tgtEl>
                                    <p:spTgt spid="2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10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311" dur="810"/>
                                  <p:tgtEl>
                                    <p:spTgt spid="3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马卡龙柔彩  ·  Pastel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gallery dir="r"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0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2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4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6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690" fill="hold" nodeType="afterEffect" grpId="0" presetID="18" presetClass="entr" presetSubtype="1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8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810" fill="hold" nodeType="afterEffect" grpId="0" presetID="22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0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450" fill="hold" nodeType="afterEffect" grpId="0" presetID="42" presetClass="entr" presetSubtype="1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2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570" fill="hold" nodeType="afterEffect" grpId="0" presetID="43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41" dur="57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690" fill="hold" nodeType="afterEffect" grpId="0" presetID="21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6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810" fill="hold" nodeType="afterEffect" grpId="0" presetID="10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8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450" fill="hold" nodeType="afterEffect" grpId="0" presetID="2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301" dur="45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FAQ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常见问题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424160" cy="841248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60704" y="2322576"/>
            <a:ext cx="402336" cy="402336"/>
          </a:xfrm>
          <a:prstGeom prst="ellipse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" y="232257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91640" y="224942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在此输入问题一？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2596896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063239"/>
            <a:ext cx="10424160" cy="841248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0704" y="3282696"/>
            <a:ext cx="402336" cy="402336"/>
          </a:xfrm>
          <a:prstGeom prst="ellipse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0704" y="328269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320954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在此输入问题二？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3557015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023360"/>
            <a:ext cx="10424160" cy="841248"/>
          </a:xfrm>
          <a:prstGeom prst="roundRect">
            <a:avLst>
              <a:gd name="adj" fmla="val 26000"/>
            </a:avLst>
          </a:prstGeom>
          <a:solidFill>
            <a:srgbClr val="FFFFFF"/>
          </a:solidFill>
          <a:ln w="9525">
            <a:solidFill>
              <a:srgbClr val="F0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60704" y="4242816"/>
            <a:ext cx="402336" cy="402336"/>
          </a:xfrm>
          <a:prstGeom prst="ellipse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60704" y="424281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416966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在此输入问题三？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91640" y="4517136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21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马卡龙柔彩  ·  Pastel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0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2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4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6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810" fill="hold" nodeType="afterEffect" grpId="0" presetID="22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8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450" fill="hold" nodeType="afterEffect" grpId="0" presetID="42" presetClass="entr" presetSubtype="1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0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570" fill="hold" nodeType="afterEffect" grpId="0" presetID="43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2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690" fill="hold" nodeType="afterEffect" grpId="0" presetID="21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4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810" fill="hold" nodeType="afterEffect" grpId="0" presetID="10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6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450" fill="hold" nodeType="afterEffect" grpId="0" presetID="2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8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570" fill="hold" nodeType="afterEffect" grpId="0" presetID="4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301" dur="57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多线路线图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368296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线一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286000" y="2971800"/>
            <a:ext cx="9052560" cy="0"/>
          </a:xfrm>
          <a:prstGeom prst="line">
            <a:avLst/>
          </a:prstGeom>
          <a:ln w="12700">
            <a:solidFill>
              <a:srgbClr val="F0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37744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F49AC1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48716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F49AC1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8172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76656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F49AC1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7628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014216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线二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286000" y="4617720"/>
            <a:ext cx="9052560" cy="0"/>
          </a:xfrm>
          <a:prstGeom prst="line">
            <a:avLst/>
          </a:prstGeom>
          <a:ln w="12700">
            <a:solidFill>
              <a:srgbClr val="F0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2377440" y="390448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8FD3C7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487168" y="394106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0" y="390448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8FD3C7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81728" y="394106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20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马卡龙柔彩  ·  Pastel</a:t>
            </a:r>
          </a:p>
        </p:txBody>
      </p:sp>
    </p:spTree>
  </p:cSld>
  <p:clrMapOvr>
    <a:masterClrMapping/>
  </p:clrMapOvr>
  <p:transition spd="med" advClick="1" advTm="8000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4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6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8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57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2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69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4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810" fill="hold" nodeType="afterEffect" grpId="0" presetID="22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6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450" fill="hold" nodeType="afterEffect" grpId="0" presetID="42" presetClass="entr" presetSubtype="1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8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570" fill="hold" nodeType="afterEffect" grpId="0" presetID="43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0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690" fill="hold" nodeType="afterEffect" grpId="0" presetID="21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2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810" fill="hold" nodeType="afterEffect" grpId="0" presetID="10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4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450" fill="hold" nodeType="afterEffect" grpId="0" presetID="2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61" dur="45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570" fill="hold" nodeType="afterEffect" grpId="0" presetID="4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8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690" fill="hold" nodeType="afterEffect" grpId="0" presetID="22" presetClass="entr" presetSubtype="8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301" dur="69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CHECKLIST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清单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68680" y="2148839"/>
            <a:ext cx="310896" cy="310896"/>
          </a:xfrm>
          <a:prstGeom prst="rect">
            <a:avLst/>
          </a:prstGeom>
          <a:noFill/>
          <a:ln w="17780">
            <a:solidFill>
              <a:srgbClr val="F49AC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130551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103120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在此输入待办项一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554480" y="2615184"/>
            <a:ext cx="9784080" cy="0"/>
          </a:xfrm>
          <a:prstGeom prst="line">
            <a:avLst/>
          </a:prstGeom>
          <a:ln w="7620">
            <a:solidFill>
              <a:srgbClr val="F0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868680" y="2807207"/>
            <a:ext cx="310896" cy="310896"/>
          </a:xfrm>
          <a:prstGeom prst="rect">
            <a:avLst/>
          </a:prstGeom>
          <a:noFill/>
          <a:ln w="17780">
            <a:solidFill>
              <a:srgbClr val="F49AC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788919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761487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在此输入待办项二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554480" y="3273551"/>
            <a:ext cx="9784080" cy="0"/>
          </a:xfrm>
          <a:prstGeom prst="line">
            <a:avLst/>
          </a:prstGeom>
          <a:ln w="7620">
            <a:solidFill>
              <a:srgbClr val="F0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868680" y="3465575"/>
            <a:ext cx="310896" cy="310896"/>
          </a:xfrm>
          <a:prstGeom prst="rect">
            <a:avLst/>
          </a:prstGeom>
          <a:noFill/>
          <a:ln w="17780">
            <a:solidFill>
              <a:srgbClr val="F49AC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447287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3419856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在此输入待办项三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554480" y="3931920"/>
            <a:ext cx="9784080" cy="0"/>
          </a:xfrm>
          <a:prstGeom prst="line">
            <a:avLst/>
          </a:prstGeom>
          <a:ln w="7620">
            <a:solidFill>
              <a:srgbClr val="F0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68680" y="4123944"/>
            <a:ext cx="310896" cy="310896"/>
          </a:xfrm>
          <a:prstGeom prst="rect">
            <a:avLst/>
          </a:prstGeom>
          <a:noFill/>
          <a:ln w="17780">
            <a:solidFill>
              <a:srgbClr val="F49AC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105656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49AC1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4078224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在此输入待办项四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554480" y="4590288"/>
            <a:ext cx="9784080" cy="0"/>
          </a:xfrm>
          <a:prstGeom prst="line">
            <a:avLst/>
          </a:prstGeom>
          <a:ln w="7620">
            <a:solidFill>
              <a:srgbClr val="F0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马卡龙柔彩  ·  Pastel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0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2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4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6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570" fill="hold" nodeType="afterEffect" grpId="0" presetID="43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8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690" fill="hold" nodeType="afterEffect" grpId="0" presetID="21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0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810" fill="hold" nodeType="afterEffect" grpId="0" presetID="10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2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450" fill="hold" nodeType="afterEffect" grpId="0" presetID="2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4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570" fill="hold" nodeType="afterEffect" grpId="0" presetID="4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6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690" fill="hold" nodeType="afterEffect" grpId="0" presetID="22" presetClass="entr" presetSubtype="8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8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810" fill="hold" nodeType="afterEffect" grpId="0" presetID="37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30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F49AC1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3A3A44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5" name="Rectangle 4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F4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7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B94A8"/>
                </a:solidFill>
                <a:latin typeface="Segoe UI"/>
                <a:ea typeface="微软雅黑"/>
                <a:cs typeface="微软雅黑"/>
              </a:rPr>
              <a:t>马卡龙柔彩  ·  Pastel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4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SlideForge 马卡龙柔彩">
  <a:themeElements>
    <a:clrScheme name="SlideForge 马卡龙柔彩">
      <a:dk1>
        <a:srgbClr val="3A3A44"/>
      </a:dk1>
      <a:lt1>
        <a:srgbClr val="FDF7F9"/>
      </a:lt1>
      <a:dk2>
        <a:srgbClr val="9B94A8"/>
      </a:dk2>
      <a:lt2>
        <a:srgbClr val="FFFFFF"/>
      </a:lt2>
      <a:accent1>
        <a:srgbClr val="F49AC1"/>
      </a:accent1>
      <a:accent2>
        <a:srgbClr val="8FD3C7"/>
      </a:accent2>
      <a:accent3>
        <a:srgbClr val="8FD3C7"/>
      </a:accent3>
      <a:accent4>
        <a:srgbClr val="F0E3EA"/>
      </a:accent4>
      <a:accent5>
        <a:srgbClr val="9B94A8"/>
      </a:accent5>
      <a:accent6>
        <a:srgbClr val="FFFFFF"/>
      </a:accent6>
      <a:hlink>
        <a:srgbClr val="F49AC1"/>
      </a:hlink>
      <a:folHlink>
        <a:srgbClr val="9B94A8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