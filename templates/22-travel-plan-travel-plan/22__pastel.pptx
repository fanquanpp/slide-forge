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49AC1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旅行与行程计划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DF7F9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49AC1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在此输入一句旅行心情。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