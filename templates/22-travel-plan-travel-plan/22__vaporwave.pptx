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旅行与行程计划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7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7E6D0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03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D2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F5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241548"/>
          </a:solidFill>
          <a:ln w="12700">
            <a:solidFill>
              <a:srgbClr val="3A2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在此输入一句旅行心情。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241548"/>
          </a:solidFill>
          <a:ln w="9525">
            <a:solidFill>
              <a:srgbClr val="3A2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F6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241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D2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3A2A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FF5FD2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37E6D0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6E9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A2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49CE0"/>
                </a:solidFill>
                <a:latin typeface="Segoe UI"/>
                <a:ea typeface="微软雅黑"/>
                <a:cs typeface="微软雅黑"/>
              </a:rPr>
              <a:t>蒸汽波  ·  Vaporwave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