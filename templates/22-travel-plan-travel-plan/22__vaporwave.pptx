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【页面定位】旅行与行程计划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【页面定位】在此输入一句旅行心情。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【页面定位】MATRIX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【页面定位】STEPS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旅行与行程计划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旅行与行程计划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在此输入「目的地概览」的要点一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在此输入「目的地概览」的要点二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在此输入「目的地概览」的要点三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在此输入「目的地概览」的要点四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A · 目的地概览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37E6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B · 行程安排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7E6D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7E6D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7E6D0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A103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D2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预订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5FD2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出发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记录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FF5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FF5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FF5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FF5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FF5F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241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241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241548"/>
          </a:solidFill>
          <a:ln w="12700">
            <a:solidFill>
              <a:srgbClr val="3A2A66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在此输入一句旅行心情。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0000"/>
            </a:avLst>
          </a:prstGeom>
          <a:solidFill>
            <a:srgbClr val="241548"/>
          </a:solidFill>
          <a:ln w="9525">
            <a:solidFill>
              <a:srgbClr val="3A2A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对比矩阵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58368"/>
          </a:xfrm>
          <a:prstGeom prst="rect">
            <a:avLst/>
          </a:prstGeom>
          <a:solidFill>
            <a:srgbClr val="F6E9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维度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42283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8727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2293680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选项 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807208"/>
            <a:ext cx="10545775" cy="658368"/>
          </a:xfrm>
          <a:prstGeom prst="rect">
            <a:avLst/>
          </a:prstGeom>
          <a:solidFill>
            <a:srgbClr val="241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22960" y="2807208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05840" y="2952048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维度一</a:t>
            </a:r>
          </a:p>
        </p:txBody>
      </p:sp>
      <p:sp>
        <p:nvSpPr>
          <p:cNvPr id="14" name="Oval 13"/>
          <p:cNvSpPr/>
          <p:nvPr/>
        </p:nvSpPr>
        <p:spPr>
          <a:xfrm>
            <a:off x="4677041" y="3035808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313485" y="3035808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949929" y="3035808"/>
            <a:ext cx="201168" cy="201168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2960" y="3465576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05840" y="3610416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维度二</a:t>
            </a:r>
          </a:p>
        </p:txBody>
      </p:sp>
      <p:sp>
        <p:nvSpPr>
          <p:cNvPr id="19" name="Oval 18"/>
          <p:cNvSpPr/>
          <p:nvPr/>
        </p:nvSpPr>
        <p:spPr>
          <a:xfrm>
            <a:off x="4677041" y="3694176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3485" y="3694176"/>
            <a:ext cx="201168" cy="201168"/>
          </a:xfrm>
          <a:prstGeom prst="ellipse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949929" y="3694176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123944"/>
            <a:ext cx="10545775" cy="658368"/>
          </a:xfrm>
          <a:prstGeom prst="rect">
            <a:avLst/>
          </a:prstGeom>
          <a:solidFill>
            <a:srgbClr val="2415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822960" y="4123944"/>
            <a:ext cx="10545775" cy="0"/>
          </a:xfrm>
          <a:prstGeom prst="line">
            <a:avLst/>
          </a:prstGeom>
          <a:ln w="76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1005840" y="4268784"/>
            <a:ext cx="2270683" cy="3950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维度三</a:t>
            </a:r>
          </a:p>
        </p:txBody>
      </p:sp>
      <p:sp>
        <p:nvSpPr>
          <p:cNvPr id="25" name="Oval 24"/>
          <p:cNvSpPr/>
          <p:nvPr/>
        </p:nvSpPr>
        <p:spPr>
          <a:xfrm>
            <a:off x="4677041" y="4352544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3485" y="4352544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949929" y="4352544"/>
            <a:ext cx="201168" cy="201168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82296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0584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977639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在此输入关键数字的含义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54880"/>
            <a:ext cx="8229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在此输入补充说明（占位）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FF5FD2"/>
                </a:solidFill>
                <a:latin typeface="Segoe UI"/>
                <a:ea typeface="微软雅黑"/>
                <a:cs typeface="微软雅黑"/>
              </a:rPr>
              <a:t>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分步说明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371600" y="2286000"/>
            <a:ext cx="0" cy="2331720"/>
          </a:xfrm>
          <a:prstGeom prst="line">
            <a:avLst/>
          </a:prstGeom>
          <a:ln w="20320">
            <a:solidFill>
              <a:srgbClr val="3A2A6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197864" y="2212848"/>
            <a:ext cx="347472" cy="347472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97864" y="221284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1488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目的地概览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48716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1" name="Oval 10"/>
          <p:cNvSpPr/>
          <p:nvPr/>
        </p:nvSpPr>
        <p:spPr>
          <a:xfrm>
            <a:off x="1197864" y="2990088"/>
            <a:ext cx="347472" cy="347472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97864" y="2990088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92608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行程安排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26440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5" name="Oval 14"/>
          <p:cNvSpPr/>
          <p:nvPr/>
        </p:nvSpPr>
        <p:spPr>
          <a:xfrm>
            <a:off x="1197864" y="3767327"/>
            <a:ext cx="347472" cy="347472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97864" y="376732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370332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预算与装备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404164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19" name="Oval 18"/>
          <p:cNvSpPr/>
          <p:nvPr/>
        </p:nvSpPr>
        <p:spPr>
          <a:xfrm>
            <a:off x="1197864" y="4544567"/>
            <a:ext cx="347472" cy="347472"/>
          </a:xfrm>
          <a:prstGeom prst="ellipse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97864" y="4544567"/>
            <a:ext cx="3474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4480559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注意事项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818888"/>
            <a:ext cx="8961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在此输入步骤说明（占位）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778240" y="-1463040"/>
            <a:ext cx="5669280" cy="5669280"/>
          </a:xfrm>
          <a:prstGeom prst="ellipse">
            <a:avLst/>
          </a:prstGeom>
          <a:solidFill>
            <a:srgbClr val="FF5FD2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206240"/>
            <a:ext cx="4937760" cy="4937760"/>
          </a:xfrm>
          <a:prstGeom prst="ellipse">
            <a:avLst/>
          </a:prstGeom>
          <a:solidFill>
            <a:srgbClr val="37E6D0">
              <a:alpha val="13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6E9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FF5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A2A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B49CE0"/>
                </a:solidFill>
                <a:latin typeface="Segoe UI"/>
                <a:ea typeface="微软雅黑"/>
                <a:cs typeface="微软雅黑"/>
              </a:rPr>
              <a:t>蒸汽波  ·  Vaporwave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