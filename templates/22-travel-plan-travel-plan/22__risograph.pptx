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4A5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C93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2A6BE2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FF4A5E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旅行与行程计划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旅行与行程计划 · 在此输入副标题 / 项目名称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目的地概览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行程安排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预算与装备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注意事项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4A5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C93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2A6BE2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目的地概览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目的地概览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在此输入「目的地概览」的要点一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在此输入「目的地概览」的要点二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在此输入「目的地概览」的要点三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在此输入「目的地概览」的要点四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行程安排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A · 目的地概览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2A6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B · 行程安排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6BE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6BE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2A6BE2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81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81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目的地概览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行程安排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预算与装备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注意事项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FF4A5E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规划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预订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FF4A5E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出发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记录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FF4A5E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F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4A5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C93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2A6BE2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02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预算与装备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4A5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C93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2A6BE2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在此输入一句旅行心情。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F4A5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F4A5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F4A5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A6BE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2A6BE2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FF4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FF4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FF4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FF4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E7DF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方案对比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FF4A5E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4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914400"/>
            <a:ext cx="2926080" cy="2926080"/>
          </a:xfrm>
          <a:prstGeom prst="ellipse">
            <a:avLst/>
          </a:prstGeom>
          <a:solidFill>
            <a:srgbClr val="FF4A5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1371600"/>
            <a:ext cx="1920240" cy="1920240"/>
          </a:xfrm>
          <a:prstGeom prst="ellipse">
            <a:avLst/>
          </a:prstGeom>
          <a:solidFill>
            <a:srgbClr val="FFC93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0" y="2926080"/>
            <a:ext cx="1371600" cy="1371600"/>
          </a:xfrm>
          <a:prstGeom prst="rect">
            <a:avLst/>
          </a:prstGeom>
          <a:solidFill>
            <a:srgbClr val="2A6BE2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20242C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7" name="Rectangle 6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FF4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7D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C7A72"/>
                </a:solidFill>
                <a:latin typeface="Segoe UI"/>
                <a:ea typeface="微软雅黑"/>
                <a:cs typeface="微软雅黑"/>
              </a:rPr>
              <a:t>孔版双色  ·  Risograph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