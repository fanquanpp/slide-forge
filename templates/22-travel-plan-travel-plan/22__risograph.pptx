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FF4A5E"/>
              </a:solidFill>
            </c:spPr>
          </c:dPt>
          <c:dPt>
            <c:idx val="1"/>
            <c:spPr>
              <a:solidFill>
                <a:srgbClr val="2A6BE2"/>
              </a:solidFill>
            </c:spPr>
          </c:dPt>
          <c:dPt>
            <c:idx val="2"/>
            <c:spPr>
              <a:solidFill>
                <a:srgbClr val="FF4A5E"/>
              </a:solidFill>
            </c:spPr>
          </c:dPt>
          <c:dPt>
            <c:idx val="3"/>
            <c:spPr>
              <a:solidFill>
                <a:srgbClr val="2A6BE2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A5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A5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2A6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A6BE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FF4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2A6BE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6BE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4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A5E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2A6BE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2A6BE2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2A6BE2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FF4A5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2A6BE2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2A6BE2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FF4A5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FF4A5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2A6BE2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FF4A5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FF4A5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20242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FF4A5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FF4A5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20242C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20242C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C93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A6BE2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0242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7A72"/>
                </a:solidFill>
                <a:latin typeface="Segoe UI"/>
                <a:ea typeface="微软雅黑"/>
                <a:cs typeface="微软雅黑"/>
              </a:rPr>
              <a:t>孔版双色  ·  Risograph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孔版双色">
  <a:themeElements>
    <a:clrScheme name="SlideForge 孔版双色">
      <a:dk1>
        <a:srgbClr val="20242C"/>
      </a:dk1>
      <a:lt1>
        <a:srgbClr val="F7F3EC"/>
      </a:lt1>
      <a:dk2>
        <a:srgbClr val="7C7A72"/>
      </a:dk2>
      <a:lt2>
        <a:srgbClr val="FFFFFF"/>
      </a:lt2>
      <a:accent1>
        <a:srgbClr val="FF4A5E"/>
      </a:accent1>
      <a:accent2>
        <a:srgbClr val="2A6BE2"/>
      </a:accent2>
      <a:accent3>
        <a:srgbClr val="FFC93C"/>
      </a:accent3>
      <a:accent4>
        <a:srgbClr val="E7DFD2"/>
      </a:accent4>
      <a:accent5>
        <a:srgbClr val="7C7A72"/>
      </a:accent5>
      <a:accent6>
        <a:srgbClr val="FFFFFF"/>
      </a:accent6>
      <a:hlink>
        <a:srgbClr val="FF4A5E"/>
      </a:hlink>
      <a:folHlink>
        <a:srgbClr val="7C7A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