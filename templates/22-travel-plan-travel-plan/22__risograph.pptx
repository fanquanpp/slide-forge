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F4A5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旅行与行程计划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旅行与行程计划 · 在此输入副标题 / 项目名称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在此输入「目的地概览」的要点一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在此输入「目的地概览」的要点二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在此输入「目的地概览」的要点三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在此输入「目的地概览」的要点四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A · 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6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B · 行程安排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F4A5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预订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F4A5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FF4A5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在此输入一句旅行心情。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6BE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6BE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4A5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