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【页面定位】比赛答辩与路演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【页面定位】在此输入一句项目一句话介绍。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比赛答辩与路演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比赛答辩与路演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价值与应用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在此输入「项目背景」的要点一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在此输入「项目背景」的要点二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在此输入「项目背景」的要点三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在此输入「项目背景」的要点四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A · 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B · 方案与创新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价值与应用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路演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在此输入一句项目一句话介绍。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