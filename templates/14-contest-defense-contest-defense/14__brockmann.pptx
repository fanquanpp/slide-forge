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E2231A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E2231A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E2231A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7F7F5"/>
          </a:solidFill>
          <a:ln w="12700">
            <a:solidFill>
              <a:srgbClr val="D8D8D4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111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D8D8D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111111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E2231A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7F7F5"/>
          </a:solidFill>
          <a:ln w="9525">
            <a:solidFill>
              <a:srgbClr val="D8D8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2231A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11111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E22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8D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6B6B"/>
                </a:solidFill>
                <a:latin typeface="Segoe UI"/>
                <a:ea typeface="微软雅黑"/>
                <a:cs typeface="微软雅黑"/>
              </a:rPr>
              <a:t>数学网格功能主义  ·  Swiss Grid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