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【页面定位】SECTION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【页面定位】01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【页面定位】OVERVIEW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【页面定位】METRICS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【页面定位】PROCESS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【页面定位】DATA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【页面定位】KEY POINTS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【页面定位】02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【页面定位】在此输入一句项目一句话介绍。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【页面定位】TEAM —— 数据页：先说结论，再用图表佐证。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【页面定位】ROADMAP —— 收尾页：总结要点并给出行动号召或联系方式。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【页面定位】CHECKLIST —— 开场页：自我介绍或破题，停留时间可稍长。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【页面定位】OPTIONS —— 概览页：快速带过结构，告诉听众接下来讲什么。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【页面定位】谢谢观看 —— 内容页：逐条展开，配合动画节奏点击推进。</a:t>
            </a:r>
          </a:p>
          <a:p>
            <a:r>
              <a:t>【放映】本页元素按“背景→主体→标注”顺序错峰入场（约 2 秒完成）；开启“使用计时器”后本页停留 8 秒自动翻页。</a:t>
            </a:r>
          </a:p>
          <a:p>
            <a:r>
              <a:t>【编辑】直接点击文本框替换占位文字；在“设计→变体”中一键换配色；图片占位框右键“更改图片”即可替换。</a:t>
            </a:r>
          </a:p>
          <a:p>
            <a:r>
              <a:t>【联动】图表为原生可编辑图表：右键“编辑数据”即可替换数值。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6FD3FF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比赛答辩与路演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比赛答辩与路演 · 在此输入副标题 / 项目名称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在此输入「项目背景」的要点四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A · 项目背景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B · 方案与创新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FFD166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81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81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项目背景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方案与创新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价值与应用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69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选题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研发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验证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8FB3D9"/>
                </a:solidFill>
                <a:latin typeface="Consolas"/>
                <a:ea typeface="等线"/>
                <a:cs typeface="等线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路演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6FD3FF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原生可编辑图表 · 右键图表 → 编辑数据 即可替换数值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1234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123456"/>
          </a:solidFill>
          <a:ln w="12700">
            <a:solidFill>
              <a:srgbClr val="1E44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EAF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成果与验证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在此输入一句项目一句话介绍。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6FD3F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FFD166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1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0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8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37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6FD3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6FD3FF"/>
                </a:solidFill>
                <a:latin typeface="Consolas"/>
                <a:ea typeface="等线"/>
                <a:cs typeface="等线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EAF3F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1E44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方案对比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29658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6FD3FF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49698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方案二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49698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9698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36356" y="2148840"/>
            <a:ext cx="3332378" cy="3794760"/>
          </a:xfrm>
          <a:prstGeom prst="roundRect">
            <a:avLst>
              <a:gd name="adj" fmla="val 6000"/>
            </a:avLst>
          </a:prstGeom>
          <a:solidFill>
            <a:srgbClr val="123456"/>
          </a:solidFill>
          <a:ln w="9525">
            <a:solidFill>
              <a:srgbClr val="1E44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56396" y="2423160"/>
            <a:ext cx="269229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方案三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834640"/>
            <a:ext cx="269229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0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6396" y="3657600"/>
            <a:ext cx="2692298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  <a:p>
            <a:pPr>
              <a:lnSpc>
                <a:spcPct val="115000"/>
              </a:lnSpc>
              <a:spcAft>
                <a:spcPts val="900"/>
              </a:spcAft>
            </a:pPr>
            <a:r>
              <a:rPr sz="875">
                <a:solidFill>
                  <a:srgbClr val="6FD3F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在此输入要点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2A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28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1440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584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0972800" y="0"/>
            <a:ext cx="5486" cy="6858000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0"/>
            <a:ext cx="45720" cy="685800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EAF3FF"/>
                </a:solidFill>
                <a:latin typeface="Consolas"/>
                <a:ea typeface="等线"/>
                <a:cs typeface="等线"/>
              </a:rPr>
              <a:t>谢谢观看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6FD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1E44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8FB3D9"/>
                </a:solidFill>
                <a:latin typeface="Segoe UI"/>
                <a:ea typeface="微软雅黑"/>
                <a:cs typeface="微软雅黑"/>
              </a:rPr>
              <a:t>工程蓝图  ·  Blueprint</a:t>
            </a:r>
          </a:p>
        </p:txBody>
      </p:sp>
    </p:spTree>
  </p:cSld>
  <p:clrMapOvr>
    <a:masterClrMapping/>
  </p:clrMapOvr>
  <p:transition spd="med" advClick="1" advTm="8000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