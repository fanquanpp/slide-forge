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6FD3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1945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SECTION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2860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36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比赛答辩与路演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20624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比赛答辩与路演 · 在此输入副标题 / 项目名称</a:t>
            </a:r>
          </a:p>
        </p:txBody>
      </p:sp>
    </p:spTree>
  </p:cSld>
  <p:clrMapOvr>
    <a:masterClrMapping/>
  </p:clrMapOvr>
  <p:transition spd="med">
    <p:push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项目背景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方案与创新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成果与验证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价值与应用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项目背景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项目背景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在此输入「项目背景」的要点一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60904"/>
            <a:ext cx="9418320" cy="0"/>
          </a:xfrm>
          <a:prstGeom prst="line">
            <a:avLst/>
          </a:prstGeom>
          <a:ln w="7620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84378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9503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在此输入「项目背景」的要点二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447288"/>
            <a:ext cx="9418320" cy="0"/>
          </a:xfrm>
          <a:prstGeom prst="line">
            <a:avLst/>
          </a:prstGeom>
          <a:ln w="7620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301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75887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在此输入「项目背景」的要点三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4233672"/>
            <a:ext cx="9418320" cy="0"/>
          </a:xfrm>
          <a:prstGeom prst="line">
            <a:avLst/>
          </a:prstGeom>
          <a:ln w="7620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165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622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在此输入「项目背景」的要点四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5020056"/>
            <a:ext cx="9418320" cy="0"/>
          </a:xfrm>
          <a:prstGeom prst="line">
            <a:avLst/>
          </a:prstGeom>
          <a:ln w="7620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方案与创新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A · 项目背景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B · 方案与创新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D166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D166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D166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项目背景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方案与创新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成果与验证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价值与应用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push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6FD3FF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选题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FB3D9"/>
                </a:solidFill>
                <a:latin typeface="Consolas"/>
                <a:ea typeface="等线"/>
                <a:cs typeface="等线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研发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FB3D9"/>
                </a:solidFill>
                <a:latin typeface="Consolas"/>
                <a:ea typeface="等线"/>
                <a:cs typeface="等线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6FD3FF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FB3D9"/>
                </a:solidFill>
                <a:latin typeface="Consolas"/>
                <a:ea typeface="等线"/>
                <a:cs typeface="等线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路演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40" y="2743200"/>
            <a:ext cx="2560320" cy="2560320"/>
          </a:xfrm>
          <a:prstGeom prst="ellipse">
            <a:avLst/>
          </a:prstGeom>
          <a:solidFill>
            <a:srgbClr val="6FD3FF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0" y="3566160"/>
            <a:ext cx="914400" cy="914400"/>
          </a:xfrm>
          <a:prstGeom prst="ellipse">
            <a:avLst/>
          </a:prstGeom>
          <a:solidFill>
            <a:srgbClr val="1234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356616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关键结论 / 解读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push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1234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1234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123456"/>
          </a:solidFill>
          <a:ln w="12700">
            <a:solidFill>
              <a:srgbClr val="1E44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123456"/>
          </a:solidFill>
          <a:ln w="12700">
            <a:solidFill>
              <a:srgbClr val="1E44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123456"/>
          </a:solidFill>
          <a:ln w="12700">
            <a:solidFill>
              <a:srgbClr val="1E44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123456"/>
          </a:solidFill>
          <a:ln w="12700">
            <a:solidFill>
              <a:srgbClr val="1E44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123456"/>
          </a:solidFill>
          <a:ln w="12700">
            <a:solidFill>
              <a:srgbClr val="1E44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123456"/>
          </a:solidFill>
          <a:ln w="12700">
            <a:solidFill>
              <a:srgbClr val="1E44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push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成果与验证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push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在此输入一句项目一句话介绍。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push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push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多线路线图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线一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971800"/>
            <a:ext cx="9052560" cy="0"/>
          </a:xfrm>
          <a:prstGeom prst="line">
            <a:avLst/>
          </a:prstGeom>
          <a:ln w="12700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6FD3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6FD3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6FD3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142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线二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617720"/>
            <a:ext cx="9052560" cy="0"/>
          </a:xfrm>
          <a:prstGeom prst="line">
            <a:avLst/>
          </a:prstGeom>
          <a:ln w="12700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FFD16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FFD16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任务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push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39"/>
            <a:ext cx="310896" cy="310896"/>
          </a:xfrm>
          <a:prstGeom prst="rect">
            <a:avLst/>
          </a:prstGeom>
          <a:noFill/>
          <a:ln w="17780">
            <a:solidFill>
              <a:srgbClr val="6F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1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在此输入待办项一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615184"/>
            <a:ext cx="9784080" cy="0"/>
          </a:xfrm>
          <a:prstGeom prst="line">
            <a:avLst/>
          </a:prstGeom>
          <a:ln w="7620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8680" y="2807207"/>
            <a:ext cx="310896" cy="310896"/>
          </a:xfrm>
          <a:prstGeom prst="rect">
            <a:avLst/>
          </a:prstGeom>
          <a:noFill/>
          <a:ln w="17780">
            <a:solidFill>
              <a:srgbClr val="6F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19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614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在此输入待办项二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273551"/>
            <a:ext cx="9784080" cy="0"/>
          </a:xfrm>
          <a:prstGeom prst="line">
            <a:avLst/>
          </a:prstGeom>
          <a:ln w="7620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3465575"/>
            <a:ext cx="310896" cy="310896"/>
          </a:xfrm>
          <a:prstGeom prst="rect">
            <a:avLst/>
          </a:prstGeom>
          <a:noFill/>
          <a:ln w="17780">
            <a:solidFill>
              <a:srgbClr val="6F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7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198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在此输入待办项三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3931920"/>
            <a:ext cx="9784080" cy="0"/>
          </a:xfrm>
          <a:prstGeom prst="line">
            <a:avLst/>
          </a:prstGeom>
          <a:ln w="7620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68680" y="4123944"/>
            <a:ext cx="310896" cy="310896"/>
          </a:xfrm>
          <a:prstGeom prst="rect">
            <a:avLst/>
          </a:prstGeom>
          <a:noFill/>
          <a:ln w="17780">
            <a:solidFill>
              <a:srgbClr val="6F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FD3FF"/>
                </a:solidFill>
                <a:latin typeface="Consolas"/>
                <a:ea typeface="等线"/>
                <a:cs typeface="等线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782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EAF3FF"/>
                </a:solidFill>
                <a:latin typeface="Segoe UI"/>
                <a:ea typeface="微软雅黑"/>
                <a:cs typeface="微软雅黑"/>
              </a:rPr>
              <a:t>在此输入待办项四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4590288"/>
            <a:ext cx="9784080" cy="0"/>
          </a:xfrm>
          <a:prstGeom prst="line">
            <a:avLst/>
          </a:prstGeom>
          <a:ln w="7620">
            <a:solidFill>
              <a:srgbClr val="1E44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push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方案对比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方案一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9658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6FD3FF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9698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方案二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698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698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 w="9525">
            <a:solidFill>
              <a:srgbClr val="1E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6396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方案三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FD3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push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EAF3FF"/>
                </a:solidFill>
                <a:latin typeface="Consolas"/>
                <a:ea typeface="等线"/>
                <a:cs typeface="等线"/>
              </a:rPr>
              <a:t>谢谢观看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6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3D9"/>
                </a:solidFill>
                <a:latin typeface="Segoe UI"/>
                <a:ea typeface="微软雅黑"/>
                <a:cs typeface="微软雅黑"/>
              </a:rPr>
              <a:t>工程蓝图  ·  Blueprint</a:t>
            </a:r>
          </a:p>
        </p:txBody>
      </p:sp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