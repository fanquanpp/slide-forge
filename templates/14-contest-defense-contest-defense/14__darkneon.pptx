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F472B6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472B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472B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472B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A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A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AF2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4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