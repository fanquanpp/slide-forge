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F472B6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22D3EE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比赛答辩与路演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比赛答辩与路演 · 在此输入副标题 / 项目名称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项目背景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方案与创新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成果与验证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价值与应用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F472B6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项目背景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项目背景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在此输入「项目背景」的要点一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在此输入「项目背景」的要点二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在此输入「项目背景」的要点三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在此输入「项目背景」的要点四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方案与创新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A · 项目背景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B · 方案与创新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472B6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472B6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472B6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B0F1A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项目背景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方案与创新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成果与验证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价值与应用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研发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路演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40" y="2743200"/>
            <a:ext cx="2560320" cy="2560320"/>
          </a:xfrm>
          <a:prstGeom prst="ellipse">
            <a:avLst/>
          </a:prstGeom>
          <a:solidFill>
            <a:srgbClr val="22D3EE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3566160"/>
            <a:ext cx="914400" cy="914400"/>
          </a:xfrm>
          <a:prstGeom prst="ellipse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35661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151B2B"/>
          </a:solidFill>
          <a:ln w="12700">
            <a:solidFill>
              <a:srgbClr val="2631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151B2B"/>
          </a:solidFill>
          <a:ln w="12700">
            <a:solidFill>
              <a:srgbClr val="2631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151B2B"/>
          </a:solidFill>
          <a:ln w="12700">
            <a:solidFill>
              <a:srgbClr val="2631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151B2B"/>
          </a:solidFill>
          <a:ln w="12700">
            <a:solidFill>
              <a:srgbClr val="2631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151B2B"/>
          </a:solidFill>
          <a:ln w="12700">
            <a:solidFill>
              <a:srgbClr val="2631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151B2B"/>
          </a:solidFill>
          <a:ln w="12700">
            <a:solidFill>
              <a:srgbClr val="2631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F472B6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成果与验证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F472B6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在此输入一句项目一句话介绍。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在此输入指标说明 · 占位文本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194560"/>
            <a:ext cx="5394960" cy="356616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370832"/>
            <a:ext cx="438912" cy="1024127"/>
          </a:xfrm>
          <a:prstGeom prst="rect">
            <a:avLst/>
          </a:prstGeom>
          <a:solidFill>
            <a:srgbClr val="22D3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4304" y="3730752"/>
            <a:ext cx="438912" cy="1664207"/>
          </a:xfrm>
          <a:prstGeom prst="rect">
            <a:avLst/>
          </a:prstGeom>
          <a:solidFill>
            <a:srgbClr val="F472B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99248" y="4114800"/>
            <a:ext cx="438912" cy="1280160"/>
          </a:xfrm>
          <a:prstGeom prst="rect">
            <a:avLst/>
          </a:prstGeom>
          <a:solidFill>
            <a:srgbClr val="22D3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94192" y="3218688"/>
            <a:ext cx="438912" cy="2176272"/>
          </a:xfrm>
          <a:prstGeom prst="rect">
            <a:avLst/>
          </a:prstGeom>
          <a:solidFill>
            <a:srgbClr val="F472B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89136" y="3858768"/>
            <a:ext cx="438912" cy="1536192"/>
          </a:xfrm>
          <a:prstGeom prst="rect">
            <a:avLst/>
          </a:prstGeom>
          <a:solidFill>
            <a:srgbClr val="22D3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2962656"/>
            <a:ext cx="438912" cy="2432303"/>
          </a:xfrm>
          <a:prstGeom prst="rect">
            <a:avLst/>
          </a:prstGeom>
          <a:solidFill>
            <a:srgbClr val="F472B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9024" y="3602736"/>
            <a:ext cx="438912" cy="1792223"/>
          </a:xfrm>
          <a:prstGeom prst="rect">
            <a:avLst/>
          </a:prstGeom>
          <a:solidFill>
            <a:srgbClr val="22D3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QUOTES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金句墙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344570" cy="1815084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在此输入短句一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3562" y="2103120"/>
            <a:ext cx="3344570" cy="1815084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9594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6170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在此输入短句二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4164" y="2103120"/>
            <a:ext cx="3344570" cy="1815084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196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6772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在此输入短句三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74235"/>
            <a:ext cx="3344570" cy="1815084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在此输入短句四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3562" y="4174235"/>
            <a:ext cx="3344570" cy="1815084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9594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6170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在此输入短句五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841248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322576"/>
            <a:ext cx="402336" cy="40233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3225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942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在此输入问题一？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9689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39"/>
            <a:ext cx="10424160" cy="841248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3282696"/>
            <a:ext cx="402336" cy="40233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2826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0954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在此输入问题二？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57015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0424160" cy="841248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4242816"/>
            <a:ext cx="402336" cy="40233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24281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6966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在此输入问题三？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1713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F472B6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