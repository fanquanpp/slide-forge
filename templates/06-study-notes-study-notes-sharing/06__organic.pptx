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学习笔记分享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学习笔记分享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在此输入「为什么学」的要点四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A · 为什么学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8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B · 知识地图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8A5E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3EFE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为什么学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知识地图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练习与延伸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阅读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笔记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6B8E5A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练习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输出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3DCC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CC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333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重点拆解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在此输入一句学习方法论。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C98A5E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6B8E5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B8E5A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9525">
            <a:solidFill>
              <a:srgbClr val="E3DCC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097280"/>
            <a:ext cx="3291840" cy="3291840"/>
          </a:xfrm>
          <a:prstGeom prst="ellipse">
            <a:avLst/>
          </a:prstGeom>
          <a:solidFill>
            <a:srgbClr val="6B8E5A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607040" y="2011680"/>
            <a:ext cx="2377440" cy="2377440"/>
          </a:xfrm>
          <a:prstGeom prst="ellipse">
            <a:avLst/>
          </a:prstGeom>
          <a:solidFill>
            <a:srgbClr val="C98A5E">
              <a:alpha val="2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33352E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B8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3D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C8A78"/>
                </a:solidFill>
                <a:latin typeface="Segoe UI"/>
                <a:ea typeface="微软雅黑"/>
                <a:cs typeface="微软雅黑"/>
              </a:rPr>
              <a:t>自然有机  ·  Organic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