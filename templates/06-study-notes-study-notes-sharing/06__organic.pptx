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示例系列（右键→编辑数据）</c:v>
                </c:pt>
              </c:strCache>
            </c:strRef>
          </c:tx>
          <c:spPr>
            <a:solidFill>
              <a:srgbClr val="6B8E5A"/>
            </a:solidFill>
          </c:spPr>
          <c:cat>
            <c:strRef>
              <c:f>Sheet1!$A$2:$A$7</c:f>
              <c:strCache>
                <c:ptCount val="6"/>
                <c:pt idx="0">
                  <c:v>指标一</c:v>
                </c:pt>
                <c:pt idx="1">
                  <c:v>指标二</c:v>
                </c:pt>
                <c:pt idx="2">
                  <c:v>指标三</c:v>
                </c:pt>
                <c:pt idx="3">
                  <c:v>指标四</c:v>
                </c:pt>
                <c:pt idx="4">
                  <c:v>指标五</c:v>
                </c:pt>
                <c:pt idx="5">
                  <c:v>指标六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55</c:v>
                </c:pt>
                <c:pt idx="1">
                  <c:v>80</c:v>
                </c:pt>
                <c:pt idx="2">
                  <c:v>45</c:v>
                </c:pt>
                <c:pt idx="3">
                  <c:v>95</c:v>
                </c:pt>
                <c:pt idx="4">
                  <c:v>70</c:v>
                </c:pt>
                <c:pt idx="5">
                  <c:v>60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【页面定位】学习笔记分享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【页面定位】01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【页面定位】METRICS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【页面定位】02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【页面定位】在此输入一句学习方法论。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【页面定位】TEAM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【页面定位】HIGHLIGHT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【页面定位】QUOTES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【页面定位】FAQ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【页面定位】谢谢观看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097280"/>
            <a:ext cx="3291840" cy="3291840"/>
          </a:xfrm>
          <a:prstGeom prst="ellipse">
            <a:avLst/>
          </a:prstGeom>
          <a:solidFill>
            <a:srgbClr val="6B8E5A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607040" y="2011680"/>
            <a:ext cx="2377440" cy="2377440"/>
          </a:xfrm>
          <a:prstGeom prst="ellipse">
            <a:avLst/>
          </a:prstGeom>
          <a:solidFill>
            <a:srgbClr val="C98A5E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1874519"/>
            <a:ext cx="822960" cy="91440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94560"/>
            <a:ext cx="96926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44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学习笔记分享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794760"/>
            <a:ext cx="9144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学习笔记分享 · 在此输入副标题 / 项目名称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39496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 advClick="1" advTm="8000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为什么学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知识地图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重点拆解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练习与延伸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 advClick="1" advTm="8000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7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9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1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3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5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7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1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9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2" presetClass="entr" presetSubtype="4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31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097280"/>
            <a:ext cx="3291840" cy="3291840"/>
          </a:xfrm>
          <a:prstGeom prst="ellipse">
            <a:avLst/>
          </a:prstGeom>
          <a:solidFill>
            <a:srgbClr val="6B8E5A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607040" y="2011680"/>
            <a:ext cx="2377440" cy="2377440"/>
          </a:xfrm>
          <a:prstGeom prst="ellipse">
            <a:avLst/>
          </a:prstGeom>
          <a:solidFill>
            <a:srgbClr val="C98A5E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3335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为什么学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 advClick="1" advTm="8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9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为什么学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104241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在此输入「为什么学」的要点一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在此输入「为什么学」的要点二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在此输入「为什么学」的要点三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在此输入「为什么学」的要点四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 advClick="1" advTm="8000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知识地图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A · 为什么学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C98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B · 知识地图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98A5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98A5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98A5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3335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3EFE6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 advClick="1" advTm="8000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7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1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 advClick="1" advTm="8000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71" dur="45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9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1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3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51" dur="45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7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18" presetClass="entr" presetSubtype="1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9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2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31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E3DCC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为什么学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知识地图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重点拆解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练习与延伸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 advClick="1" advTm="8000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3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5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7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2" presetClass="entr" presetSubtype="4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9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2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5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18" presetClass="entr" presetSubtype="1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7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2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91" dur="81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42" presetClass="entr" presetSubtype="1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3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6B8E5A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阅读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笔记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6B8E5A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练习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输出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 advClick="1" advTm="8000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7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9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1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3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5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7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42" presetClass="entr" presetSubtype="1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9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43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3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1188720" y="2331720"/>
          <a:ext cx="5852160" cy="3429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原生可编辑图表 · 右键图表 → 编辑数据 即可替换数值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 advClick="1" advTm="8000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5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7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3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E3DCC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E3DCC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E3DCC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 advClick="1" advTm="8000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9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1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3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42" presetClass="entr" presetSubtype="1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5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43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7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1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9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10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3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CC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CC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CC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CC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CC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CC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 advClick="1" advTm="8000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7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9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3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5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7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10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9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31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097280"/>
            <a:ext cx="3291840" cy="3291840"/>
          </a:xfrm>
          <a:prstGeom prst="ellipse">
            <a:avLst/>
          </a:prstGeom>
          <a:solidFill>
            <a:srgbClr val="6B8E5A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607040" y="2011680"/>
            <a:ext cx="2377440" cy="2377440"/>
          </a:xfrm>
          <a:prstGeom prst="ellipse">
            <a:avLst/>
          </a:prstGeom>
          <a:solidFill>
            <a:srgbClr val="C98A5E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3335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重点拆解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9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097280"/>
            <a:ext cx="3291840" cy="3291840"/>
          </a:xfrm>
          <a:prstGeom prst="ellipse">
            <a:avLst/>
          </a:prstGeom>
          <a:solidFill>
            <a:srgbClr val="6B8E5A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607040" y="2011680"/>
            <a:ext cx="2377440" cy="2377440"/>
          </a:xfrm>
          <a:prstGeom prst="ellipse">
            <a:avLst/>
          </a:prstGeom>
          <a:solidFill>
            <a:srgbClr val="C98A5E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在此输入一句学习方法论。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 advClick="1" advTm="8000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9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 advClick="1" advTm="8000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7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9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1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3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5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7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2" presetClass="entr" presetSubtype="8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9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37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31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HIGHLIGHT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关键指标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94560"/>
            <a:ext cx="4572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72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749039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在此输入指标说明 · 占位文本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2194560"/>
            <a:ext cx="5394960" cy="356616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09360" y="4370832"/>
            <a:ext cx="438912" cy="1024127"/>
          </a:xfrm>
          <a:prstGeom prst="rect">
            <a:avLst/>
          </a:prstGeom>
          <a:solidFill>
            <a:srgbClr val="6B8E5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004304" y="3730752"/>
            <a:ext cx="438912" cy="1664207"/>
          </a:xfrm>
          <a:prstGeom prst="rect">
            <a:avLst/>
          </a:prstGeom>
          <a:solidFill>
            <a:srgbClr val="C98A5E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99248" y="4114800"/>
            <a:ext cx="438912" cy="1280160"/>
          </a:xfrm>
          <a:prstGeom prst="rect">
            <a:avLst/>
          </a:prstGeom>
          <a:solidFill>
            <a:srgbClr val="6B8E5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394192" y="3218688"/>
            <a:ext cx="438912" cy="2176272"/>
          </a:xfrm>
          <a:prstGeom prst="rect">
            <a:avLst/>
          </a:prstGeom>
          <a:solidFill>
            <a:srgbClr val="C98A5E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089136" y="3858768"/>
            <a:ext cx="438912" cy="1536192"/>
          </a:xfrm>
          <a:prstGeom prst="rect">
            <a:avLst/>
          </a:prstGeom>
          <a:solidFill>
            <a:srgbClr val="6B8E5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784080" y="2962656"/>
            <a:ext cx="438912" cy="2432303"/>
          </a:xfrm>
          <a:prstGeom prst="rect">
            <a:avLst/>
          </a:prstGeom>
          <a:solidFill>
            <a:srgbClr val="C98A5E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479024" y="3602736"/>
            <a:ext cx="438912" cy="1792223"/>
          </a:xfrm>
          <a:prstGeom prst="rect">
            <a:avLst/>
          </a:prstGeom>
          <a:solidFill>
            <a:srgbClr val="6B8E5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 advClick="1" advTm="8000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9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1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7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9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QUOTES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金句墙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3344570" cy="1815084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992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在此输入短句一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23562" y="2103120"/>
            <a:ext cx="3344570" cy="1815084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79594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16170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在此输入短句二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24164" y="2103120"/>
            <a:ext cx="3344570" cy="1815084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80196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16772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在此输入短句三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174235"/>
            <a:ext cx="3344570" cy="1815084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428396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" y="4814316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在此输入短句四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23562" y="4174235"/>
            <a:ext cx="3344570" cy="1815084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79594" y="428396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16170" y="4814316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在此输入短句五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 advClick="1" advTm="8000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7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9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1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4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3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2" presetClass="entr" presetSubtype="8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5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37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7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52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9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1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31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FAQ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常见问题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84124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60704" y="2322576"/>
            <a:ext cx="402336" cy="402336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32257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224942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在此输入问题一？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259689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063239"/>
            <a:ext cx="10424160" cy="84124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0704" y="3282696"/>
            <a:ext cx="402336" cy="402336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" y="328269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320954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在此输入问题二？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3557015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023360"/>
            <a:ext cx="10424160" cy="84124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60704" y="4242816"/>
            <a:ext cx="402336" cy="402336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0704" y="424281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416966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在此输入问题三？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451713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 advClick="1" advTm="8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7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9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3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7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1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2" presetClass="entr" presetSubtype="4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097280"/>
            <a:ext cx="3291840" cy="3291840"/>
          </a:xfrm>
          <a:prstGeom prst="ellipse">
            <a:avLst/>
          </a:prstGeom>
          <a:solidFill>
            <a:srgbClr val="6B8E5A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607040" y="2011680"/>
            <a:ext cx="2377440" cy="2377440"/>
          </a:xfrm>
          <a:prstGeom prst="ellipse">
            <a:avLst/>
          </a:prstGeom>
          <a:solidFill>
            <a:srgbClr val="C98A5E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6" name="Rectangle 5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 advClick="1" advTm="8000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