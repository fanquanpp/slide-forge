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学习笔记分享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学习笔记分享 · 在此输入主题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分享人  ·  YYYY-MM-DD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为什么学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知识地图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重点拆解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练习与延伸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2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为什么学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为什么学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在此输入知识点一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在此输入知识点二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在此输入知识点三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在此输入知识点四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容易混淆 A / 容易混淆 B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A · 容易混淆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区别一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区别二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区别三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B · 容易混淆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4552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区别一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4552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区别二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4552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区别三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22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70048"/>
            <a:ext cx="1790623" cy="163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模块一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668012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概览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89804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70048"/>
            <a:ext cx="1790623" cy="163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模块二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668012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概览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89804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70048"/>
            <a:ext cx="1790623" cy="163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模块三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668012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概览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89804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70048"/>
            <a:ext cx="1790623" cy="163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模块四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668012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概览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89804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进阶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实战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拓展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34508C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246120"/>
            <a:ext cx="20077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阅读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7280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5153" y="3246120"/>
            <a:ext cx="20077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笔记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7280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34508C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8747" y="3246120"/>
            <a:ext cx="20077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练习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7280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2341" y="3246120"/>
            <a:ext cx="20077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输出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3877056"/>
            <a:ext cx="685800" cy="1609344"/>
          </a:xfrm>
          <a:prstGeom prst="rect">
            <a:avLst/>
          </a:prstGeom>
          <a:solidFill>
            <a:srgbClr val="3450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14600" y="3145535"/>
            <a:ext cx="685800" cy="2340864"/>
          </a:xfrm>
          <a:prstGeom prst="rect">
            <a:avLst/>
          </a:prstGeom>
          <a:solidFill>
            <a:srgbClr val="B4552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4169663"/>
            <a:ext cx="685800" cy="1316736"/>
          </a:xfrm>
          <a:prstGeom prst="rect">
            <a:avLst/>
          </a:prstGeom>
          <a:solidFill>
            <a:srgbClr val="3450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2706624"/>
            <a:ext cx="685800" cy="2779776"/>
          </a:xfrm>
          <a:prstGeom prst="rect">
            <a:avLst/>
          </a:prstGeom>
          <a:solidFill>
            <a:srgbClr val="B4552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3438144"/>
            <a:ext cx="685800" cy="2048255"/>
          </a:xfrm>
          <a:prstGeom prst="rect">
            <a:avLst/>
          </a:prstGeom>
          <a:solidFill>
            <a:srgbClr val="3450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86600" y="3730752"/>
            <a:ext cx="685800" cy="1755648"/>
          </a:xfrm>
          <a:prstGeom prst="rect">
            <a:avLst/>
          </a:prstGeom>
          <a:solidFill>
            <a:srgbClr val="B4552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6235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关键结论 / 解读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主题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难度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用时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主题一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在此填难度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在此填用时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主题二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在此填难度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在此填用时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主题三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在此填难度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在此填用时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2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重点拆解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在此输入一句学习方法论。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— 分享人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5112867" cy="3291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85033" y="2697480"/>
            <a:ext cx="1188720" cy="1188720"/>
          </a:xfrm>
          <a:prstGeom prst="ellipse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5033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47471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47471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主讲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2286000"/>
            <a:ext cx="5112867" cy="3291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17941" y="2697480"/>
            <a:ext cx="1188720" cy="1188720"/>
          </a:xfrm>
          <a:prstGeom prst="ellipse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7941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747" y="4114800"/>
            <a:ext cx="47471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747" y="4526280"/>
            <a:ext cx="47471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补充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