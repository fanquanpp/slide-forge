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34508C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【页面定位】学习笔记分享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【页面定位】在此输入一句学习方法论。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【页面定位】LEVELS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【页面定位】VENN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学习笔记分享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学习笔记分享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练习与延伸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在此输入「为什么学」的要点一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在此输入「为什么学」的要点二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在此输入「为什么学」的要点三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在此输入「为什么学」的要点四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为什么学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知识地图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笔记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练习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输出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在此输入一句学习方法论。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分层结构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层级一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VENN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三圆交集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34508C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主题一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B4552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主题二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6B7280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主题三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主题一：在此输入一句要点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主题二：在此输入一句要点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主题三：在此输入一句要点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多线路线图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学术严谨">
  <a:themeElements>
    <a:clrScheme name="SlideForge 学术严谨">
      <a:dk1>
        <a:srgbClr val="22252A"/>
      </a:dk1>
      <a:lt1>
        <a:srgbClr val="FFFFFF"/>
      </a:lt1>
      <a:dk2>
        <a:srgbClr val="6B7280"/>
      </a:dk2>
      <a:lt2>
        <a:srgbClr val="F4F6F8"/>
      </a:lt2>
      <a:accent1>
        <a:srgbClr val="34508C"/>
      </a:accent1>
      <a:accent2>
        <a:srgbClr val="B4552D"/>
      </a:accent2>
      <a:accent3>
        <a:srgbClr val="B4552D"/>
      </a:accent3>
      <a:accent4>
        <a:srgbClr val="DDE3EA"/>
      </a:accent4>
      <a:accent5>
        <a:srgbClr val="6B7280"/>
      </a:accent5>
      <a:accent6>
        <a:srgbClr val="F4F6F8"/>
      </a:accent6>
      <a:hlink>
        <a:srgbClr val="34508C"/>
      </a:hlink>
      <a:folHlink>
        <a:srgbClr val="6B72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