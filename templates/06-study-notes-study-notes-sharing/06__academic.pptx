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【页面定位】学习笔记分享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【页面定位】在此输入一句学习方法论。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学习笔记分享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