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【页面定位】SECTION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【页面定位】在此输入一句学习方法论。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【页面定位】FAQ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【页面定位】ROADMAP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【页面定位】CHECKLIST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B23A2E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学习笔记分享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学习笔记分享 · 在此输入副标题 / 项目名称</a:t>
            </a:r>
          </a:p>
        </p:txBody>
      </p:sp>
    </p:spTree>
  </p:cSld>
  <p:clrMapOvr>
    <a:masterClrMapping/>
  </p:clrMapOvr>
  <p:transition spd="med" advClick="1" advTm="800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为什么学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知识地图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重点拆解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练习与延伸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为什么学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为什么学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在此输入「为什么学」的要点一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在此输入「为什么学」的要点二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在此输入「为什么学」的要点三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在此输入「为什么学」的要点四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知识地图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A · 为什么学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B · 知识地图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AF6F0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为什么学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知识地图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重点拆解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练习与延伸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B23A2E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阅读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A756C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笔记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A756C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B23A2E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练习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A756C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输出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B23A2E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重点拆解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在此输入一句学习方法论。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B23A2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B23A2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B23A2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A2A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A2A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B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B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B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B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