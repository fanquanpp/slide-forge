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学习笔记分享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学习笔记分享 · 在此输入主题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分享人  ·  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为什么学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知识地图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重点拆解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练习与延伸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为什么学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为什么学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在此输入知识点一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在此输入知识点二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在此输入知识点三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在此输入知识点四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容易混淆 A / 容易混淆 B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A · 容易混淆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区别一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区别二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区别三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B · 容易混淆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区别一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区别二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区别三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F3E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模块一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模块二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概览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模块三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概览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模块四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概览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进阶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实战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拓展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3FA88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阅读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5153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笔记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3FA88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8747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练习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2341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3FA8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E2A0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3FA8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E2A0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3FA8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E2A03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主题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难度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用时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主题一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在此填难度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在此填用时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主题二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在此填用时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主题三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在此填难度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在此填用时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重点拆解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在此输入一句学习方法论。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— 分享人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112867" cy="329184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85033" y="2697480"/>
            <a:ext cx="1188720" cy="1188720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5033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7471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47471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主讲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286000"/>
            <a:ext cx="5112867" cy="329184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17941" y="2697480"/>
            <a:ext cx="1188720" cy="1188720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7941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4114800"/>
            <a:ext cx="47471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4526280"/>
            <a:ext cx="47471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补充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