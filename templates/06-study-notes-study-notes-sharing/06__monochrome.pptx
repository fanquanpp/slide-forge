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学习笔记分享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学习笔记分享 · 在此输入副标题 / 项目名称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知识地图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重点拆解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练习与延伸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在此输入「为什么学」的要点一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在此输入「为什么学」的要点二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在此输入「为什么学」的要点三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在此输入「为什么学」的要点四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知识地图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A · 为什么学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B · 知识地图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知识地图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重点拆解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练习与延伸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笔记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练习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0A0A0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重点拆解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在此输入一句学习方法论。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