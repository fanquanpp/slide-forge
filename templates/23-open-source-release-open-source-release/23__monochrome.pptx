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开源项目发布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在此输入一句项目口号。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