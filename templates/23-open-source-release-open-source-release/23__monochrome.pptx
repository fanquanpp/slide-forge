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【页面定位】开源项目发布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【页面定位】在此输入一句项目口号。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【页面定位】GLOSSARY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开源项目发布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开源项目发布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项目简介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新特性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安装与使用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路线图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项目简介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项目简介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在此输入「项目简介」的要点一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在此输入「项目简介」的要点二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在此输入「项目简介」的要点三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在此输入「项目简介」的要点四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新特性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A · 项目简介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B · 新特性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新特性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安装与使用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路线图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维护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0A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安装与使用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在此输入一句项目口号。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新特性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安装与使用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路线图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