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6FD3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开源项目发布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开源项目发布 · 在此输入副标题 / 项目名称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项目简介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新特性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安装与使用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路线图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项目简介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项目简介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在此输入「项目简介」的要点一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在此输入「项目简介」的要点二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在此输入「项目简介」的要点三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在此输入「项目简介」的要点四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新特性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A · 项目简介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B · 新特性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D16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D16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D16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E2A47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项目简介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新特性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安装与使用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路线图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FD3FF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FB3D9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FB3D9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FD3FF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FB3D9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维护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6FD3FF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123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23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23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23456"/>
          </a:solidFill>
          <a:ln w="12700">
            <a:solidFill>
              <a:srgbClr val="1E44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23456"/>
          </a:solidFill>
          <a:ln w="12700">
            <a:solidFill>
              <a:srgbClr val="1E44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23456"/>
          </a:solidFill>
          <a:ln w="12700">
            <a:solidFill>
              <a:srgbClr val="1E44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23456"/>
          </a:solidFill>
          <a:ln w="12700">
            <a:solidFill>
              <a:srgbClr val="1E44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23456"/>
          </a:solidFill>
          <a:ln w="12700">
            <a:solidFill>
              <a:srgbClr val="1E44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23456"/>
          </a:solidFill>
          <a:ln w="12700">
            <a:solidFill>
              <a:srgbClr val="1E44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安装与使用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在此输入一句项目口号。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6FD3FF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123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123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谢谢观看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