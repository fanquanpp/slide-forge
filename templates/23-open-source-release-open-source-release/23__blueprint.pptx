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6FD3FF"/>
              </a:solidFill>
            </c:spPr>
          </c:dPt>
          <c:dPt>
            <c:idx val="1"/>
            <c:spPr>
              <a:solidFill>
                <a:srgbClr val="FFD166"/>
              </a:solidFill>
            </c:spPr>
          </c:dPt>
          <c:dPt>
            <c:idx val="2"/>
            <c:spPr>
              <a:solidFill>
                <a:srgbClr val="6FD3FF"/>
              </a:solidFill>
            </c:spPr>
          </c:dPt>
          <c:dPt>
            <c:idx val="3"/>
            <c:spPr>
              <a:solidFill>
                <a:srgbClr val="FFD166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【页面定位】在此输入一句项目口号。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FD3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开源项目发布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E2A47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维护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在此输入一句项目口号。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8FB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6FD3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FFD1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6FD3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FFD1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6FD3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D166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FFD1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6FD3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FFD1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6FD3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FFD1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6FD3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FFD1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6FD3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FFD1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6FD3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D166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FFD1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6FD3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FFD1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6FD3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FFD1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FFD16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FFD166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FFD16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FFD166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FFD16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6FD3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FFD16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6FD3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EAF3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6FD3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EAF3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EAF3F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工程蓝图">
  <a:themeElements>
    <a:clrScheme name="SlideForge 工程蓝图">
      <a:dk1>
        <a:srgbClr val="EAF3FF"/>
      </a:dk1>
      <a:lt1>
        <a:srgbClr val="0E2A47"/>
      </a:lt1>
      <a:dk2>
        <a:srgbClr val="8FB3D9"/>
      </a:dk2>
      <a:lt2>
        <a:srgbClr val="123456"/>
      </a:lt2>
      <a:accent1>
        <a:srgbClr val="6FD3FF"/>
      </a:accent1>
      <a:accent2>
        <a:srgbClr val="FFD166"/>
      </a:accent2>
      <a:accent3>
        <a:srgbClr val="FFD166"/>
      </a:accent3>
      <a:accent4>
        <a:srgbClr val="1E4470"/>
      </a:accent4>
      <a:accent5>
        <a:srgbClr val="8FB3D9"/>
      </a:accent5>
      <a:accent6>
        <a:srgbClr val="123456"/>
      </a:accent6>
      <a:hlink>
        <a:srgbClr val="6FD3FF"/>
      </a:hlink>
      <a:folHlink>
        <a:srgbClr val="8FB3D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