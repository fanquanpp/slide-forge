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开源项目发布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开源项目发布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团队 / 姓名  ·  YYYY-MM-DD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项目简介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新特性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安装与使用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路线图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C8F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项目简介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项目简介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在此输入「项目简介」的要点一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在此输入「项目简介」的要点二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在此输入「项目简介」的要点三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在此输入「项目简介」的要点四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新特性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A · 项目简介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E2E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B · 新特性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E23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E23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E23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C8F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E0A"/>
                </a:solidFill>
                <a:latin typeface="Consolas"/>
                <a:ea typeface="等线"/>
                <a:cs typeface="等线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项目简介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新特性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安装与使用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路线图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38D39F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38D39F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维护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38D3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38D3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38D3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38D3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38D3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11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11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C8F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安装与使用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在此输入一句项目口号。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C8F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111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111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在此输入关键数字的含义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在此输入补充说明（占位）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项目简介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新特性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安装与使用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路线图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