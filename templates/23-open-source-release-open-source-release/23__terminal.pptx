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开源项目发布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开源项目发布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团队 / 姓名  ·  YYYY-MM-DD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路线图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在此输入「项目简介」的要点一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在此输入「项目简介」的要点二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在此输入「项目简介」的要点三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在此输入「项目简介」的要点四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A · 项目简介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E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B · 新特性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E23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4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E0A"/>
                </a:solidFill>
                <a:latin typeface="Consolas"/>
                <a:ea typeface="等线"/>
                <a:cs typeface="等线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开发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8D39F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38D3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38D3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38D3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38D3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38D39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●  </a:t>
            </a:r>
            <a:r>
              <a:rPr sz="125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11711"/>
          </a:solidFill>
          <a:ln w="12700">
            <a:solidFill>
              <a:srgbClr val="1E2A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在此输入一句项目口号。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11711"/>
          </a:solidFill>
          <a:ln w="9525">
            <a:solidFill>
              <a:srgbClr val="1E2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C8F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117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1E2A1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5486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8D39F"/>
                </a:solidFill>
                <a:latin typeface="Consolas"/>
                <a:ea typeface="等线"/>
                <a:cs typeface="等线"/>
              </a:rPr>
              <a:t>$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58600" y="658368"/>
            <a:ext cx="128016" cy="256032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C8FACC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8D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F9E78"/>
                </a:solidFill>
                <a:latin typeface="Consolas"/>
                <a:ea typeface="等线"/>
                <a:cs typeface="等线"/>
              </a:rPr>
              <a:t>赛博终端  ·  Cyber Terminal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