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开源项目发布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开源项目发布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团队 / 姓名  ·  YYYY-MM-DD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E0A"/>
                </a:solidFill>
                <a:latin typeface="Consolas"/>
                <a:ea typeface="等线"/>
                <a:cs typeface="等线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在此输入一句项目口号。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