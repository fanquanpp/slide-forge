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8D39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【页面定位】开源项目发布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F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6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在此输入补充说明（占位）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赛博终端">
  <a:themeElements>
    <a:clrScheme name="SlideForge 赛博终端">
      <a:dk1>
        <a:srgbClr val="C8FACC"/>
      </a:dk1>
      <a:lt1>
        <a:srgbClr val="0A0E0A"/>
      </a:lt1>
      <a:dk2>
        <a:srgbClr val="6F9E78"/>
      </a:dk2>
      <a:lt2>
        <a:srgbClr val="111711"/>
      </a:lt2>
      <a:accent1>
        <a:srgbClr val="38D39F"/>
      </a:accent1>
      <a:accent2>
        <a:srgbClr val="E2E23F"/>
      </a:accent2>
      <a:accent3>
        <a:srgbClr val="E2E23F"/>
      </a:accent3>
      <a:accent4>
        <a:srgbClr val="1E2A1E"/>
      </a:accent4>
      <a:accent5>
        <a:srgbClr val="6F9E78"/>
      </a:accent5>
      <a:accent6>
        <a:srgbClr val="111711"/>
      </a:accent6>
      <a:hlink>
        <a:srgbClr val="38D39F"/>
      </a:hlink>
      <a:folHlink>
        <a:srgbClr val="6F9E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