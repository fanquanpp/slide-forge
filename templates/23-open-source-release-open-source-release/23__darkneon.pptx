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22D3EE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F472B6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4937760" cy="6858000"/>
          </a:xfrm>
          <a:prstGeom prst="rect">
            <a:avLst/>
          </a:prstGeom>
          <a:solidFill>
            <a:srgbClr val="22D3EE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194560"/>
            <a:ext cx="3657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SECTION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2286000"/>
            <a:ext cx="6035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36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开源项目发布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4206240"/>
            <a:ext cx="5852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开源项目发布 · 在此输入副标题 / 项目名称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项目简介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60904"/>
            <a:ext cx="4160520" cy="0"/>
          </a:xfrm>
          <a:prstGeom prst="line">
            <a:avLst/>
          </a:prstGeom>
          <a:ln w="9525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3093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新特性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69480" y="2660904"/>
            <a:ext cx="4160520" cy="0"/>
          </a:xfrm>
          <a:prstGeom prst="line">
            <a:avLst/>
          </a:prstGeom>
          <a:ln w="9525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安装与使用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83080" y="3575304"/>
            <a:ext cx="4160520" cy="0"/>
          </a:xfrm>
          <a:prstGeom prst="line">
            <a:avLst/>
          </a:prstGeom>
          <a:ln w="9525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路线图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69480" y="3575304"/>
            <a:ext cx="4160520" cy="0"/>
          </a:xfrm>
          <a:prstGeom prst="line">
            <a:avLst/>
          </a:prstGeom>
          <a:ln w="9525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22D3EE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F472B6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项目简介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项目简介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057400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210312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在此输入「项目简介」的要点一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2660904"/>
            <a:ext cx="9418320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84378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889503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在此输入「项目简介」的要点二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920240" y="3447288"/>
            <a:ext cx="9418320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63016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3675887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在此输入「项目简介」的要点三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920240" y="4233672"/>
            <a:ext cx="9418320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416552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4462272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在此输入「项目简介」的要点四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920240" y="5020056"/>
            <a:ext cx="9418320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新特性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A · 项目简介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F47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B · 新特性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472B6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472B6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472B6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项目简介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新特性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安装与使用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路线图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822960" y="2743200"/>
            <a:ext cx="2464993" cy="1371600"/>
          </a:xfrm>
          <a:prstGeom prst="chevron">
            <a:avLst/>
          </a:prstGeom>
          <a:solidFill>
            <a:srgbClr val="22D3EE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开发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Chevron 8"/>
          <p:cNvSpPr/>
          <p:nvPr/>
        </p:nvSpPr>
        <p:spPr>
          <a:xfrm>
            <a:off x="3516553" y="2743200"/>
            <a:ext cx="2464993" cy="1371600"/>
          </a:xfrm>
          <a:prstGeom prst="chevron">
            <a:avLst/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测试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Chevron 11"/>
          <p:cNvSpPr/>
          <p:nvPr/>
        </p:nvSpPr>
        <p:spPr>
          <a:xfrm>
            <a:off x="6210147" y="2743200"/>
            <a:ext cx="2464993" cy="1371600"/>
          </a:xfrm>
          <a:prstGeom prst="chevron">
            <a:avLst/>
          </a:prstGeom>
          <a:solidFill>
            <a:srgbClr val="22D3EE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发布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Chevron 14"/>
          <p:cNvSpPr/>
          <p:nvPr/>
        </p:nvSpPr>
        <p:spPr>
          <a:xfrm>
            <a:off x="8903741" y="2743200"/>
            <a:ext cx="2464993" cy="1371600"/>
          </a:xfrm>
          <a:prstGeom prst="chevron">
            <a:avLst/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维护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291840" y="2743200"/>
            <a:ext cx="2560320" cy="2560320"/>
          </a:xfrm>
          <a:prstGeom prst="ellipse">
            <a:avLst/>
          </a:prstGeom>
          <a:solidFill>
            <a:srgbClr val="22D3EE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114800" y="3566160"/>
            <a:ext cx="914400" cy="914400"/>
          </a:xfrm>
          <a:prstGeom prst="ellipse">
            <a:avLst/>
          </a:prstGeom>
          <a:solidFill>
            <a:srgbClr val="15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0" y="3566160"/>
            <a:ext cx="914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15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15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151B2B"/>
          </a:solidFill>
          <a:ln w="12700">
            <a:solidFill>
              <a:srgbClr val="26314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151B2B"/>
          </a:solidFill>
          <a:ln w="12700">
            <a:solidFill>
              <a:srgbClr val="26314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151B2B"/>
          </a:solidFill>
          <a:ln w="12700">
            <a:solidFill>
              <a:srgbClr val="26314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151B2B"/>
          </a:solidFill>
          <a:ln w="12700">
            <a:solidFill>
              <a:srgbClr val="26314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151B2B"/>
          </a:solidFill>
          <a:ln w="12700">
            <a:solidFill>
              <a:srgbClr val="26314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151B2B"/>
          </a:solidFill>
          <a:ln w="12700">
            <a:solidFill>
              <a:srgbClr val="26314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22D3EE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F472B6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安装与使用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22D3EE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F472B6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在此输入一句项目口号。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QUOTES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金句墙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3344570" cy="1815084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在此输入短句一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23562" y="2103120"/>
            <a:ext cx="3344570" cy="1815084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79594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16170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在此输入短句二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24164" y="2103120"/>
            <a:ext cx="3344570" cy="1815084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80196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16772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在此输入短句三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174235"/>
            <a:ext cx="3344570" cy="1815084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在此输入短句四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23562" y="4174235"/>
            <a:ext cx="3344570" cy="1815084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79594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16170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在此输入短句五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常见问题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841248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0704" y="2322576"/>
            <a:ext cx="402336" cy="402336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32257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224942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在此输入问题一？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59689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063239"/>
            <a:ext cx="10424160" cy="841248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0704" y="3282696"/>
            <a:ext cx="402336" cy="402336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328269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320954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在此输入问题二？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557015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023360"/>
            <a:ext cx="10424160" cy="841248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60704" y="4242816"/>
            <a:ext cx="402336" cy="402336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0704" y="424281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16966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在此输入问题三？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451713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多线路线图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36829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线一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286000" y="2971800"/>
            <a:ext cx="9052560" cy="0"/>
          </a:xfrm>
          <a:prstGeom prst="line">
            <a:avLst/>
          </a:prstGeom>
          <a:ln w="1270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37744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22D3E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8716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22D3E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8172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22D3E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7628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01421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线二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286000" y="4617720"/>
            <a:ext cx="9052560" cy="0"/>
          </a:xfrm>
          <a:prstGeom prst="line">
            <a:avLst/>
          </a:prstGeom>
          <a:ln w="1270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37744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F472B6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8716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F472B6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172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22D3EE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F472B6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