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0A0A0A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【页面定位】用户调研与访谈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【页面定位】在此输入一条用户洞察。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【页面定位】INTERSECTION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【页面定位】DASHBOARD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用户调研与访谈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用户调研与访谈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在此输入「研究目标」的要点一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在此输入「研究目标」的要点二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在此输入「研究目标」的要点三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在此输入「研究目标」的要点四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研究目标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方法与样本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方法与样本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结论与建议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设计问卷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招募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访谈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在此输入一条用户洞察。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三要素交集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0A0A0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要素一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3D3D3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要素二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8C8C8C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要素三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要素一：在此输入一句要点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要素二：在此输入一句要点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要素三：在此输入一句要点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指标看板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3D3D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211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3D3D3D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3D3D3D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3D3D3D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3D3D3D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3D3D3D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0A0A0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3D3D3D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0A0A0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0A0A0A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0A0A0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0A0A0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0A0A0A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0A0A0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单色印刷极简">
  <a:themeElements>
    <a:clrScheme name="SlideForge 单色印刷极简">
      <a:dk1>
        <a:srgbClr val="0A0A0A"/>
      </a:dk1>
      <a:lt1>
        <a:srgbClr val="FFFFFF"/>
      </a:lt1>
      <a:dk2>
        <a:srgbClr val="8C8C8C"/>
      </a:dk2>
      <a:lt2>
        <a:srgbClr val="F4F4F4"/>
      </a:lt2>
      <a:accent1>
        <a:srgbClr val="0A0A0A"/>
      </a:accent1>
      <a:accent2>
        <a:srgbClr val="3D3D3D"/>
      </a:accent2>
      <a:accent3>
        <a:srgbClr val="3D3D3D"/>
      </a:accent3>
      <a:accent4>
        <a:srgbClr val="E0E0E0"/>
      </a:accent4>
      <a:accent5>
        <a:srgbClr val="8C8C8C"/>
      </a:accent5>
      <a:accent6>
        <a:srgbClr val="F4F4F4"/>
      </a:accent6>
      <a:hlink>
        <a:srgbClr val="0A0A0A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