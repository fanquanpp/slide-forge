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0A0A0A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【页面定位】用户调研与访谈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【页面定位】在此输入一条用户洞察。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用户调研与访谈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在此输入一条用户洞察。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