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3FA88C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用户调研与访谈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用户调研与访谈 · 在此输入副标题 / 项目名称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研究目标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方法与样本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关键发现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结论与建议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研究目标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研究目标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在此输入「研究目标」的要点一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在此输入「研究目标」的要点二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在此输入「研究目标」的要点三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在此输入「研究目标」的要点四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方法与样本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A · 研究目标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B · 方法与样本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A03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A03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A03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81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81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研究目标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方法与样本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关键发现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结论与建议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3FA88C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设计问卷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招募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3FA88C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访谈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分析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3FA88C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关键发现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在此输入一条用户洞察。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3FA8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3FA8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3FA8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E2A0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E2A0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