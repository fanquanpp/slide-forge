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6B8E5A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【页面定位】用户调研与访谈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【页面定位】在此输入一条用户洞察。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【页面定位】INTERSECTION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用户调研与访谈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用户调研与访谈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在此输入「研究目标」的要点一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在此输入「研究目标」的要点二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在此输入「研究目标」的要点三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在此输入「研究目标」的要点四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A · 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B · 方法与样本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设计问卷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招募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访谈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在此输入一条用户洞察。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三要素交集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6B8E5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要素一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C98A5E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要素二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8C8A78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要素三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要素一：在此输入一句要点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要素二：在此输入一句要点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要素三：在此输入一句要点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四象限分析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8C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自然有机">
  <a:themeElements>
    <a:clrScheme name="SlideForge 自然有机">
      <a:dk1>
        <a:srgbClr val="33352E"/>
      </a:dk1>
      <a:lt1>
        <a:srgbClr val="F3EFE6"/>
      </a:lt1>
      <a:dk2>
        <a:srgbClr val="8C8A78"/>
      </a:dk2>
      <a:lt2>
        <a:srgbClr val="FFFFFF"/>
      </a:lt2>
      <a:accent1>
        <a:srgbClr val="6B8E5A"/>
      </a:accent1>
      <a:accent2>
        <a:srgbClr val="C98A5E"/>
      </a:accent2>
      <a:accent3>
        <a:srgbClr val="C98A5E"/>
      </a:accent3>
      <a:accent4>
        <a:srgbClr val="E3DCCB"/>
      </a:accent4>
      <a:accent5>
        <a:srgbClr val="8C8A78"/>
      </a:accent5>
      <a:accent6>
        <a:srgbClr val="FFFFFF"/>
      </a:accent6>
      <a:hlink>
        <a:srgbClr val="6B8E5A"/>
      </a:hlink>
      <a:folHlink>
        <a:srgbClr val="8C8A7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