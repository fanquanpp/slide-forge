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4C7CA8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【页面定位】用户调研与访谈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4C7CA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2857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7C8A9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北欧灰蓝">
  <a:themeElements>
    <a:clrScheme name="SlideForge 北欧灰蓝">
      <a:dk1>
        <a:srgbClr val="22303C"/>
      </a:dk1>
      <a:lt1>
        <a:srgbClr val="F7F8FA"/>
      </a:lt1>
      <a:dk2>
        <a:srgbClr val="7C8A99"/>
      </a:dk2>
      <a:lt2>
        <a:srgbClr val="FFFFFF"/>
      </a:lt2>
      <a:accent1>
        <a:srgbClr val="4C7CA8"/>
      </a:accent1>
      <a:accent2>
        <a:srgbClr val="C2857A"/>
      </a:accent2>
      <a:accent3>
        <a:srgbClr val="C2857A"/>
      </a:accent3>
      <a:accent4>
        <a:srgbClr val="E2E7EC"/>
      </a:accent4>
      <a:accent5>
        <a:srgbClr val="7C8A99"/>
      </a:accent5>
      <a:accent6>
        <a:srgbClr val="FFFFFF"/>
      </a:accent6>
      <a:hlink>
        <a:srgbClr val="4C7CA8"/>
      </a:hlink>
      <a:folHlink>
        <a:srgbClr val="7C8A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