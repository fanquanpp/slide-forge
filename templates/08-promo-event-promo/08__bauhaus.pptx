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【页面定位】活动宣传与推广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【页面定位】在此输入一句行动号召（CTA）。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F4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1E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E223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