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509760" y="-914400"/>
            <a:ext cx="2926080" cy="2926080"/>
          </a:xfrm>
          <a:prstGeom prst="ellipse">
            <a:avLst/>
          </a:prstGeom>
          <a:solidFill>
            <a:srgbClr val="E2231A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881360" y="1371600"/>
            <a:ext cx="1920240" cy="1920240"/>
          </a:xfrm>
          <a:prstGeom prst="ellipse">
            <a:avLst/>
          </a:prstGeom>
          <a:solidFill>
            <a:srgbClr val="F5C518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418320" y="2926080"/>
            <a:ext cx="1371600" cy="1371600"/>
          </a:xfrm>
          <a:prstGeom prst="rect">
            <a:avLst/>
          </a:prstGeom>
          <a:solidFill>
            <a:srgbClr val="1F49C4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2377440"/>
            <a:ext cx="99669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2000"/>
              </a:lnSpc>
              <a:spcAft>
                <a:spcPts val="400"/>
              </a:spcAft>
            </a:pPr>
            <a:r>
              <a:rPr sz="46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活动宣传与推广</a:t>
            </a:r>
          </a:p>
        </p:txBody>
      </p:sp>
      <p:sp>
        <p:nvSpPr>
          <p:cNvPr id="7" name="Rectangle 6"/>
          <p:cNvSpPr/>
          <p:nvPr/>
        </p:nvSpPr>
        <p:spPr>
          <a:xfrm>
            <a:off x="5684367" y="3886200"/>
            <a:ext cx="822960" cy="91440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4114800"/>
            <a:ext cx="9966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活动宣传与推广 · 在此输入副标题 / 项目名称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5669280"/>
            <a:ext cx="9966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团队 / 姓名  ·  YYYY-MM-DD</a:t>
            </a:r>
          </a:p>
        </p:txBody>
      </p:sp>
    </p:spTree>
  </p:cSld>
  <p:clrMapOvr>
    <a:masterClrMapping/>
  </p:clrMapOvr>
  <p:transition spd="med">
    <p:wip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目录  CONTENTS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377440"/>
            <a:ext cx="2430703" cy="2194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CD8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亮点速览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27983" y="2377440"/>
            <a:ext cx="2430703" cy="2194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CD8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48023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48023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活动内容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33007" y="2377440"/>
            <a:ext cx="2430703" cy="2194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CD8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53047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53047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参与方式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38031" y="2377440"/>
            <a:ext cx="2430703" cy="2194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CD8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258071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58071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常见问题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CD8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包豪斯三原色  ·  Bauhaus</a:t>
            </a:r>
          </a:p>
        </p:txBody>
      </p:sp>
    </p:spTree>
  </p:cSld>
  <p:clrMapOvr>
    <a:masterClrMapping/>
  </p:clrMapOvr>
  <p:transition spd="med">
    <p:wip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509760" y="-914400"/>
            <a:ext cx="2926080" cy="2926080"/>
          </a:xfrm>
          <a:prstGeom prst="ellipse">
            <a:avLst/>
          </a:prstGeom>
          <a:solidFill>
            <a:srgbClr val="E2231A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881360" y="1371600"/>
            <a:ext cx="1920240" cy="1920240"/>
          </a:xfrm>
          <a:prstGeom prst="ellipse">
            <a:avLst/>
          </a:prstGeom>
          <a:solidFill>
            <a:srgbClr val="F5C518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418320" y="2926080"/>
            <a:ext cx="1371600" cy="1371600"/>
          </a:xfrm>
          <a:prstGeom prst="rect">
            <a:avLst/>
          </a:prstGeom>
          <a:solidFill>
            <a:srgbClr val="1F49C4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亮点速览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CD8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包豪斯三原色  ·  Bauhaus</a:t>
            </a:r>
          </a:p>
        </p:txBody>
      </p:sp>
    </p:spTree>
  </p:cSld>
  <p:clrMapOvr>
    <a:masterClrMapping/>
  </p:clrMapOvr>
  <p:transition spd="med">
    <p:wip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亮点速览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10424160" cy="6400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CD8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2249424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2231136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在此输入「亮点速览」的要点一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2889503"/>
            <a:ext cx="10424160" cy="6400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CD8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3035808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28800" y="3017520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在此输入「亮点速览」的要点二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3675887"/>
            <a:ext cx="10424160" cy="6400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CD8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3822191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3803903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在此输入「亮点速览」的要点三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" y="4462272"/>
            <a:ext cx="10424160" cy="6400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CD8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51560" y="4608576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4590288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在此输入「亮点速览」的要点四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CD8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包豪斯三原色  ·  Bauhaus</a:t>
            </a:r>
          </a:p>
        </p:txBody>
      </p:sp>
    </p:spTree>
  </p:cSld>
  <p:clrMapOvr>
    <a:masterClrMapping/>
  </p:clrMapOvr>
  <p:transition spd="med">
    <p:wip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活动内容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5029200" cy="38404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CD8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103120"/>
            <a:ext cx="5029200" cy="109728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A · 亮点速览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55080" y="2103120"/>
            <a:ext cx="5029200" cy="38404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CD8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55080" y="2103120"/>
            <a:ext cx="5029200" cy="109728"/>
          </a:xfrm>
          <a:prstGeom prst="rect">
            <a:avLst/>
          </a:prstGeom>
          <a:solidFill>
            <a:srgbClr val="1F49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2084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B · 活动内容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2084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1F49C4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1F49C4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1F49C4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4" name="Oval 13"/>
          <p:cNvSpPr/>
          <p:nvPr/>
        </p:nvSpPr>
        <p:spPr>
          <a:xfrm>
            <a:off x="5711799" y="3703320"/>
            <a:ext cx="768096" cy="768096"/>
          </a:xfrm>
          <a:prstGeom prst="ellipse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11799" y="3703320"/>
            <a:ext cx="768096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4F1EA"/>
                </a:solidFill>
                <a:latin typeface="Segoe UI"/>
                <a:ea typeface="微软雅黑"/>
                <a:cs typeface="微软雅黑"/>
              </a:rPr>
              <a:t>VS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CD8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包豪斯三原色  ·  Bauhaus</a:t>
            </a:r>
          </a:p>
        </p:txBody>
      </p:sp>
    </p:spTree>
  </p:cSld>
  <p:clrMapOvr>
    <a:masterClrMapping/>
  </p:clrMapOvr>
  <p:transition spd="med">
    <p:wip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关键数据一览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CD8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43000" y="2468879"/>
            <a:ext cx="457200" cy="54864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指标一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27983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CD8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848023" y="2468879"/>
            <a:ext cx="457200" cy="54864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48023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8023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指标二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8023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3007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CD8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553047" y="2468879"/>
            <a:ext cx="457200" cy="54864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53047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53047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指标三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53047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38031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CD8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258071" y="2468879"/>
            <a:ext cx="457200" cy="54864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58071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58071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指标四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58071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CD8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包豪斯三原色  ·  Bauhaus</a:t>
            </a:r>
          </a:p>
        </p:txBody>
      </p:sp>
    </p:spTree>
  </p:cSld>
  <p:clrMapOvr>
    <a:masterClrMapping/>
  </p:clrMapOvr>
  <p:transition spd="med">
    <p:wip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排期 / 路线图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234440" y="3063240"/>
            <a:ext cx="9722815" cy="0"/>
          </a:xfrm>
          <a:prstGeom prst="line">
            <a:avLst/>
          </a:prstGeom>
          <a:ln w="25400">
            <a:solidFill>
              <a:srgbClr val="DCD8C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088136" y="2916936"/>
            <a:ext cx="292608" cy="292608"/>
          </a:xfrm>
          <a:prstGeom prst="ellipse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亮点速览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Oval 10"/>
          <p:cNvSpPr/>
          <p:nvPr/>
        </p:nvSpPr>
        <p:spPr>
          <a:xfrm>
            <a:off x="4329074" y="2916936"/>
            <a:ext cx="292608" cy="292608"/>
          </a:xfrm>
          <a:prstGeom prst="ellipse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09618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0978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活动内容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0978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5" name="Oval 14"/>
          <p:cNvSpPr/>
          <p:nvPr/>
        </p:nvSpPr>
        <p:spPr>
          <a:xfrm>
            <a:off x="7570012" y="2916936"/>
            <a:ext cx="292608" cy="292608"/>
          </a:xfrm>
          <a:prstGeom prst="ellipse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50556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01916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参与方式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01916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9" name="Oval 18"/>
          <p:cNvSpPr/>
          <p:nvPr/>
        </p:nvSpPr>
        <p:spPr>
          <a:xfrm>
            <a:off x="10810951" y="2916936"/>
            <a:ext cx="292608" cy="292608"/>
          </a:xfrm>
          <a:prstGeom prst="ellipse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91495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42855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常见问题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42855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CD8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包豪斯三原色  ·  Bauhaus</a:t>
            </a:r>
          </a:p>
        </p:txBody>
      </p:sp>
    </p:spTree>
  </p:cSld>
  <p:clrMapOvr>
    <a:masterClrMapping/>
  </p:clrMapOvr>
  <p:transition spd="med">
    <p:wip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工作流程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E2231A"/>
          </a:solidFill>
          <a:ln w="9525">
            <a:solidFill>
              <a:srgbClr val="DCD8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扫码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06241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16553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DCD8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17721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填写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99835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0147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E2231A"/>
          </a:solidFill>
          <a:ln w="9525">
            <a:solidFill>
              <a:srgbClr val="DCD8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11315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确认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93429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03741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DCD8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04909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参与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CD8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包豪斯三原色  ·  Bauhaus</a:t>
            </a:r>
          </a:p>
        </p:txBody>
      </p:sp>
    </p:spTree>
  </p:cSld>
  <p:clrMapOvr>
    <a:masterClrMapping/>
  </p:clrMapOvr>
  <p:transition spd="med">
    <p:wip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数据图表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7680960" cy="3886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CD8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1463040" y="3840480"/>
            <a:ext cx="1280160" cy="914400"/>
          </a:xfrm>
          <a:prstGeom prst="line">
            <a:avLst/>
          </a:prstGeom>
          <a:ln w="31750">
            <a:solidFill>
              <a:srgbClr val="E2231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2743200" y="3840480"/>
            <a:ext cx="1280160" cy="457200"/>
          </a:xfrm>
          <a:prstGeom prst="line">
            <a:avLst/>
          </a:prstGeom>
          <a:ln w="31750">
            <a:solidFill>
              <a:srgbClr val="E2231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 flipV="1">
            <a:off x="4023360" y="3108960"/>
            <a:ext cx="1280160" cy="1188720"/>
          </a:xfrm>
          <a:prstGeom prst="line">
            <a:avLst/>
          </a:prstGeom>
          <a:ln w="31750">
            <a:solidFill>
              <a:srgbClr val="E2231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5303520" y="3108960"/>
            <a:ext cx="1280160" cy="457200"/>
          </a:xfrm>
          <a:prstGeom prst="line">
            <a:avLst/>
          </a:prstGeom>
          <a:ln w="31750">
            <a:solidFill>
              <a:srgbClr val="E2231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6583680" y="2743200"/>
            <a:ext cx="1280160" cy="822960"/>
          </a:xfrm>
          <a:prstGeom prst="line">
            <a:avLst/>
          </a:prstGeom>
          <a:ln w="31750">
            <a:solidFill>
              <a:srgbClr val="E2231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Oval 11"/>
          <p:cNvSpPr/>
          <p:nvPr/>
        </p:nvSpPr>
        <p:spPr>
          <a:xfrm>
            <a:off x="1399032" y="4690872"/>
            <a:ext cx="128016" cy="128016"/>
          </a:xfrm>
          <a:prstGeom prst="ellipse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2679192" y="3776472"/>
            <a:ext cx="128016" cy="128016"/>
          </a:xfrm>
          <a:prstGeom prst="ellipse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959352" y="4233672"/>
            <a:ext cx="128016" cy="128016"/>
          </a:xfrm>
          <a:prstGeom prst="ellipse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5239512" y="3044952"/>
            <a:ext cx="128016" cy="128016"/>
          </a:xfrm>
          <a:prstGeom prst="ellipse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519672" y="3502152"/>
            <a:ext cx="128016" cy="128016"/>
          </a:xfrm>
          <a:prstGeom prst="ellipse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799831" y="2679192"/>
            <a:ext cx="128016" cy="128016"/>
          </a:xfrm>
          <a:prstGeom prst="ellipse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80160" y="5623560"/>
            <a:ext cx="5852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图表占位 · 在 PowerPoint 中插入图表替换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69680" y="224028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关键结论 / 解读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869680" y="2743200"/>
            <a:ext cx="26517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CD8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包豪斯三原色  ·  Bauhaus</a:t>
            </a:r>
          </a:p>
        </p:txBody>
      </p:sp>
    </p:spTree>
  </p:cSld>
  <p:clrMapOvr>
    <a:masterClrMapping/>
  </p:clrMapOvr>
  <p:transition spd="med">
    <p:wip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明细表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10545775" cy="640080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项目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1098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内容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36356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备注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2788920"/>
            <a:ext cx="10545775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822960" y="2788920"/>
            <a:ext cx="10545775" cy="0"/>
          </a:xfrm>
          <a:prstGeom prst="line">
            <a:avLst/>
          </a:prstGeom>
          <a:ln w="7620">
            <a:solidFill>
              <a:srgbClr val="DCD8C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1005840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项一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1098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36356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22960" y="3429000"/>
            <a:ext cx="10545775" cy="0"/>
          </a:xfrm>
          <a:prstGeom prst="line">
            <a:avLst/>
          </a:prstGeom>
          <a:ln w="7620">
            <a:solidFill>
              <a:srgbClr val="DCD8C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005840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项二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1098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36356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4069079"/>
            <a:ext cx="10545775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822960" y="4069079"/>
            <a:ext cx="10545775" cy="0"/>
          </a:xfrm>
          <a:prstGeom prst="line">
            <a:avLst/>
          </a:prstGeom>
          <a:ln w="7620">
            <a:solidFill>
              <a:srgbClr val="DCD8C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1005840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项三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21098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36356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CD8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包豪斯三原色  ·  Bauhaus</a:t>
            </a:r>
          </a:p>
        </p:txBody>
      </p:sp>
    </p:spTree>
  </p:cSld>
  <p:clrMapOvr>
    <a:masterClrMapping/>
  </p:clrMapOvr>
  <p:transition spd="med">
    <p:wipe/>
  </p:transition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图集 / 案例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8CE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作品 1</a:t>
            </a:r>
          </a:p>
        </p:txBody>
      </p:sp>
      <p:sp>
        <p:nvSpPr>
          <p:cNvPr id="8" name="Rectangle 7"/>
          <p:cNvSpPr/>
          <p:nvPr/>
        </p:nvSpPr>
        <p:spPr>
          <a:xfrm>
            <a:off x="4429658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8CE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29658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作品 2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36356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8CE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36356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作品 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8CE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作品 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29658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8CE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29658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作品 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36356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8CE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36356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作品 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CD8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包豪斯三原色  ·  Bauhaus</a:t>
            </a:r>
          </a:p>
        </p:txBody>
      </p:sp>
    </p:spTree>
  </p:cSld>
  <p:clrMapOvr>
    <a:masterClrMapping/>
  </p:clrMapOvr>
  <p:transition spd="med">
    <p:wipe/>
  </p:transition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509760" y="-914400"/>
            <a:ext cx="2926080" cy="2926080"/>
          </a:xfrm>
          <a:prstGeom prst="ellipse">
            <a:avLst/>
          </a:prstGeom>
          <a:solidFill>
            <a:srgbClr val="E2231A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881360" y="1371600"/>
            <a:ext cx="1920240" cy="1920240"/>
          </a:xfrm>
          <a:prstGeom prst="ellipse">
            <a:avLst/>
          </a:prstGeom>
          <a:solidFill>
            <a:srgbClr val="F5C518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418320" y="2926080"/>
            <a:ext cx="1371600" cy="1371600"/>
          </a:xfrm>
          <a:prstGeom prst="rect">
            <a:avLst/>
          </a:prstGeom>
          <a:solidFill>
            <a:srgbClr val="1F49C4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参与方式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CD8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包豪斯三原色  ·  Bauhaus</a:t>
            </a:r>
          </a:p>
        </p:txBody>
      </p:sp>
    </p:spTree>
  </p:cSld>
  <p:clrMapOvr>
    <a:masterClrMapping/>
  </p:clrMapOvr>
  <p:transition spd="med">
    <p:wipe/>
  </p:transition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509760" y="-914400"/>
            <a:ext cx="2926080" cy="2926080"/>
          </a:xfrm>
          <a:prstGeom prst="ellipse">
            <a:avLst/>
          </a:prstGeom>
          <a:solidFill>
            <a:srgbClr val="E2231A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881360" y="1371600"/>
            <a:ext cx="1920240" cy="1920240"/>
          </a:xfrm>
          <a:prstGeom prst="ellipse">
            <a:avLst/>
          </a:prstGeom>
          <a:solidFill>
            <a:srgbClr val="F5C518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418320" y="2926080"/>
            <a:ext cx="1371600" cy="1371600"/>
          </a:xfrm>
          <a:prstGeom prst="rect">
            <a:avLst/>
          </a:prstGeom>
          <a:solidFill>
            <a:srgbClr val="1F49C4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463040"/>
            <a:ext cx="18288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2651760"/>
            <a:ext cx="96012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60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在此输入一句行动号召（CTA）。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1280160" y="4754880"/>
            <a:ext cx="566928" cy="54864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280160" y="493776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— 署名 / 出处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CD8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包豪斯三原色  ·  Bauhaus</a:t>
            </a:r>
          </a:p>
        </p:txBody>
      </p:sp>
    </p:spTree>
  </p:cSld>
  <p:clrMapOvr>
    <a:masterClrMapping/>
  </p:clrMapOvr>
  <p:transition spd="med">
    <p:wipe/>
  </p:transition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团队 / 分工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CD8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879549" y="2697480"/>
            <a:ext cx="1188720" cy="1188720"/>
          </a:xfrm>
          <a:prstGeom prst="ellipse">
            <a:avLst/>
          </a:prstGeom>
          <a:solidFill>
            <a:srgbClr val="DCD8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79549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角色一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44898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CD8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501487" y="2697480"/>
            <a:ext cx="1188720" cy="1188720"/>
          </a:xfrm>
          <a:prstGeom prst="ellipse">
            <a:avLst/>
          </a:prstGeom>
          <a:solidFill>
            <a:srgbClr val="DCD8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01487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27778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7778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角色二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66836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CD8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23426" y="2697480"/>
            <a:ext cx="1188720" cy="1188720"/>
          </a:xfrm>
          <a:prstGeom prst="ellipse">
            <a:avLst/>
          </a:prstGeom>
          <a:solidFill>
            <a:srgbClr val="DCD8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23426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49716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49716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角色三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CD8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包豪斯三原色  ·  Bauhaus</a:t>
            </a:r>
          </a:p>
        </p:txBody>
      </p:sp>
    </p:spTree>
  </p:cSld>
  <p:clrMapOvr>
    <a:masterClrMapping/>
  </p:clrMapOvr>
  <p:transition spd="med">
    <p:wipe/>
  </p:transition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CHECKLIST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清单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68680" y="2148839"/>
            <a:ext cx="310896" cy="310896"/>
          </a:xfrm>
          <a:prstGeom prst="rect">
            <a:avLst/>
          </a:prstGeom>
          <a:noFill/>
          <a:ln w="17780">
            <a:solidFill>
              <a:srgbClr val="E223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130551"/>
            <a:ext cx="31089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480" y="2103120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在此输入待办项一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554480" y="2615184"/>
            <a:ext cx="9784080" cy="0"/>
          </a:xfrm>
          <a:prstGeom prst="line">
            <a:avLst/>
          </a:prstGeom>
          <a:ln w="7620">
            <a:solidFill>
              <a:srgbClr val="DCD8C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ectangle 9"/>
          <p:cNvSpPr/>
          <p:nvPr/>
        </p:nvSpPr>
        <p:spPr>
          <a:xfrm>
            <a:off x="868680" y="2807207"/>
            <a:ext cx="310896" cy="310896"/>
          </a:xfrm>
          <a:prstGeom prst="rect">
            <a:avLst/>
          </a:prstGeom>
          <a:noFill/>
          <a:ln w="17780">
            <a:solidFill>
              <a:srgbClr val="E223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2788919"/>
            <a:ext cx="31089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2761487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在此输入待办项二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554480" y="3273551"/>
            <a:ext cx="9784080" cy="0"/>
          </a:xfrm>
          <a:prstGeom prst="line">
            <a:avLst/>
          </a:prstGeom>
          <a:ln w="7620">
            <a:solidFill>
              <a:srgbClr val="DCD8C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868680" y="3465575"/>
            <a:ext cx="310896" cy="310896"/>
          </a:xfrm>
          <a:prstGeom prst="rect">
            <a:avLst/>
          </a:prstGeom>
          <a:noFill/>
          <a:ln w="17780">
            <a:solidFill>
              <a:srgbClr val="E223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447287"/>
            <a:ext cx="31089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54480" y="3419856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在此输入待办项三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554480" y="3931920"/>
            <a:ext cx="9784080" cy="0"/>
          </a:xfrm>
          <a:prstGeom prst="line">
            <a:avLst/>
          </a:prstGeom>
          <a:ln w="7620">
            <a:solidFill>
              <a:srgbClr val="DCD8C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868680" y="4123944"/>
            <a:ext cx="310896" cy="310896"/>
          </a:xfrm>
          <a:prstGeom prst="rect">
            <a:avLst/>
          </a:prstGeom>
          <a:noFill/>
          <a:ln w="17780">
            <a:solidFill>
              <a:srgbClr val="E223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4105656"/>
            <a:ext cx="31089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✓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54480" y="4078224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在此输入待办项四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1554480" y="4590288"/>
            <a:ext cx="9784080" cy="0"/>
          </a:xfrm>
          <a:prstGeom prst="line">
            <a:avLst/>
          </a:prstGeom>
          <a:ln w="7620">
            <a:solidFill>
              <a:srgbClr val="DCD8C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ectangle 21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CD8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包豪斯三原色  ·  Bauhaus</a:t>
            </a:r>
          </a:p>
        </p:txBody>
      </p:sp>
    </p:spTree>
  </p:cSld>
  <p:clrMapOvr>
    <a:masterClrMapping/>
  </p:clrMapOvr>
  <p:transition spd="med">
    <p:wipe/>
  </p:transition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OPTIONS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方案对比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48840"/>
            <a:ext cx="3332378" cy="3794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CD8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2423160"/>
            <a:ext cx="269229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方案一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2834640"/>
            <a:ext cx="269229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657600"/>
            <a:ext cx="2692298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29658" y="2148840"/>
            <a:ext cx="3332378" cy="3794760"/>
          </a:xfrm>
          <a:prstGeom prst="roundRect">
            <a:avLst>
              <a:gd name="adj" fmla="val 6000"/>
            </a:avLst>
          </a:prstGeom>
          <a:solidFill>
            <a:srgbClr val="E2231A"/>
          </a:solidFill>
          <a:ln w="9525">
            <a:solidFill>
              <a:srgbClr val="DCD8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49698" y="2423160"/>
            <a:ext cx="269229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方案二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49698" y="2834640"/>
            <a:ext cx="269229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49698" y="3657600"/>
            <a:ext cx="2692298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36356" y="2148840"/>
            <a:ext cx="3332378" cy="3794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CD8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56396" y="2423160"/>
            <a:ext cx="269229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方案三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56396" y="2834640"/>
            <a:ext cx="269229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56396" y="3657600"/>
            <a:ext cx="2692298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CD8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包豪斯三原色  ·  Bauhaus</a:t>
            </a:r>
          </a:p>
        </p:txBody>
      </p:sp>
    </p:spTree>
  </p:cSld>
  <p:clrMapOvr>
    <a:masterClrMapping/>
  </p:clrMapOvr>
  <p:transition spd="med">
    <p:wipe/>
  </p:transition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MATRIX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对比矩阵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10545775" cy="658368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93680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维度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42283" y="2293680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选项 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78727" y="2293680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选项 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15171" y="2293680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选项 C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2807208"/>
            <a:ext cx="10545775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" name="Connector 11"/>
          <p:cNvCxnSpPr/>
          <p:nvPr/>
        </p:nvCxnSpPr>
        <p:spPr>
          <a:xfrm>
            <a:off x="822960" y="2807208"/>
            <a:ext cx="10545775" cy="0"/>
          </a:xfrm>
          <a:prstGeom prst="line">
            <a:avLst/>
          </a:prstGeom>
          <a:ln w="7620">
            <a:solidFill>
              <a:srgbClr val="DCD8C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1005840" y="2952048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维度一</a:t>
            </a:r>
          </a:p>
        </p:txBody>
      </p:sp>
      <p:sp>
        <p:nvSpPr>
          <p:cNvPr id="14" name="Oval 13"/>
          <p:cNvSpPr/>
          <p:nvPr/>
        </p:nvSpPr>
        <p:spPr>
          <a:xfrm>
            <a:off x="4677041" y="3035808"/>
            <a:ext cx="201168" cy="201168"/>
          </a:xfrm>
          <a:prstGeom prst="ellipse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313485" y="3035808"/>
            <a:ext cx="201168" cy="201168"/>
          </a:xfrm>
          <a:prstGeom prst="ellipse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949929" y="3035808"/>
            <a:ext cx="201168" cy="201168"/>
          </a:xfrm>
          <a:prstGeom prst="ellipse">
            <a:avLst/>
          </a:prstGeom>
          <a:solidFill>
            <a:srgbClr val="DCD8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822960" y="3465576"/>
            <a:ext cx="10545775" cy="0"/>
          </a:xfrm>
          <a:prstGeom prst="line">
            <a:avLst/>
          </a:prstGeom>
          <a:ln w="7620">
            <a:solidFill>
              <a:srgbClr val="DCD8C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1005840" y="3610416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维度二</a:t>
            </a:r>
          </a:p>
        </p:txBody>
      </p:sp>
      <p:sp>
        <p:nvSpPr>
          <p:cNvPr id="19" name="Oval 18"/>
          <p:cNvSpPr/>
          <p:nvPr/>
        </p:nvSpPr>
        <p:spPr>
          <a:xfrm>
            <a:off x="4677041" y="3694176"/>
            <a:ext cx="201168" cy="201168"/>
          </a:xfrm>
          <a:prstGeom prst="ellipse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313485" y="3694176"/>
            <a:ext cx="201168" cy="201168"/>
          </a:xfrm>
          <a:prstGeom prst="ellipse">
            <a:avLst/>
          </a:prstGeom>
          <a:solidFill>
            <a:srgbClr val="DCD8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9949929" y="3694176"/>
            <a:ext cx="201168" cy="201168"/>
          </a:xfrm>
          <a:prstGeom prst="ellipse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22960" y="4123944"/>
            <a:ext cx="10545775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3" name="Connector 22"/>
          <p:cNvCxnSpPr/>
          <p:nvPr/>
        </p:nvCxnSpPr>
        <p:spPr>
          <a:xfrm>
            <a:off x="822960" y="4123944"/>
            <a:ext cx="10545775" cy="0"/>
          </a:xfrm>
          <a:prstGeom prst="line">
            <a:avLst/>
          </a:prstGeom>
          <a:ln w="7620">
            <a:solidFill>
              <a:srgbClr val="DCD8C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1005840" y="4268784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维度三</a:t>
            </a:r>
          </a:p>
        </p:txBody>
      </p:sp>
      <p:sp>
        <p:nvSpPr>
          <p:cNvPr id="25" name="Oval 24"/>
          <p:cNvSpPr/>
          <p:nvPr/>
        </p:nvSpPr>
        <p:spPr>
          <a:xfrm>
            <a:off x="4677041" y="4352544"/>
            <a:ext cx="201168" cy="201168"/>
          </a:xfrm>
          <a:prstGeom prst="ellipse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7313485" y="4352544"/>
            <a:ext cx="201168" cy="201168"/>
          </a:xfrm>
          <a:prstGeom prst="ellipse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9949929" y="4352544"/>
            <a:ext cx="201168" cy="201168"/>
          </a:xfrm>
          <a:prstGeom prst="ellipse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CD8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包豪斯三原色  ·  Bauhaus</a:t>
            </a:r>
          </a:p>
        </p:txBody>
      </p:sp>
    </p:spTree>
  </p:cSld>
  <p:clrMapOvr>
    <a:masterClrMapping/>
  </p:clrMapOvr>
  <p:transition spd="med">
    <p:wipe/>
  </p:transition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509760" y="-914400"/>
            <a:ext cx="2926080" cy="2926080"/>
          </a:xfrm>
          <a:prstGeom prst="ellipse">
            <a:avLst/>
          </a:prstGeom>
          <a:solidFill>
            <a:srgbClr val="E2231A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881360" y="1371600"/>
            <a:ext cx="1920240" cy="1920240"/>
          </a:xfrm>
          <a:prstGeom prst="ellipse">
            <a:avLst/>
          </a:prstGeom>
          <a:solidFill>
            <a:srgbClr val="F5C518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418320" y="2926080"/>
            <a:ext cx="1371600" cy="1371600"/>
          </a:xfrm>
          <a:prstGeom prst="rect">
            <a:avLst/>
          </a:prstGeom>
          <a:solidFill>
            <a:srgbClr val="1F49C4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2651760"/>
            <a:ext cx="99669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4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谢谢观看</a:t>
            </a:r>
          </a:p>
        </p:txBody>
      </p:sp>
      <p:sp>
        <p:nvSpPr>
          <p:cNvPr id="7" name="Rectangle 6"/>
          <p:cNvSpPr/>
          <p:nvPr/>
        </p:nvSpPr>
        <p:spPr>
          <a:xfrm>
            <a:off x="5684367" y="3931920"/>
            <a:ext cx="822960" cy="91440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4206240"/>
            <a:ext cx="9966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在此输入联系方式 / 二维码 / 致谢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CD8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包豪斯三原色  ·  Bauhaus</a:t>
            </a:r>
          </a:p>
        </p:txBody>
      </p:sp>
    </p:spTree>
  </p:cSld>
  <p:clrMapOvr>
    <a:masterClrMapping/>
  </p:clrMapOvr>
  <p:transition spd="med">
    <p:wip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