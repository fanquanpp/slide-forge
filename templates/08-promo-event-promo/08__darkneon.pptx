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活动宣传 · 在此输入活动名称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时间地点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在此输入宣传点一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在此输入宣传点二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在此输入宣传点三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在此输入宣传点四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你将获得 A / 你将获得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你将获得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收益一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收益二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收益三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你将获得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收益一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收益二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收益三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名额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费用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价格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JOIN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收获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JOIN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支付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JOIN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第一场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在此填时间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在此填地点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第二场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在此填时间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在此填地点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第三场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在此填时间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在此填地点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主办方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报名咨询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合作联系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