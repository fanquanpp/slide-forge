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活动宣传与推广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活动宣传与推广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在此输入「亮点速览」的要点一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在此输入「亮点速览」的要点二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在此输入「亮点速览」的要点三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在此输入「亮点速览」的要点四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A · 亮点速览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B · 活动内容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182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扫码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填写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参与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A78BF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A78BF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A78BF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在此输入一句行动号召（CTA）。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12000"/>
            </a:avLst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