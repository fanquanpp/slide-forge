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活动宣传与推广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活动宣传 · 在此输入活动名称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时间地点  ·  YYYY-MM-DD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83080" y="26609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309360" y="21488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21305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活动内容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69480" y="26609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5753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0" y="306324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044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常见问题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69480" y="3575304"/>
            <a:ext cx="4160520" cy="0"/>
          </a:xfrm>
          <a:prstGeom prst="line">
            <a:avLst/>
          </a:prstGeom>
          <a:ln w="9525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亮点速览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在此输入宣传点一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在此输入宣传点二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在此输入宣传点三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在此输入宣传点四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你将获得 A / 你将获得 B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A · 你将获得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收益一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收益二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收益三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B · 你将获得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收益一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收益二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A78BFA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收益三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101826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日程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地点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场地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名额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70048"/>
            <a:ext cx="1790623" cy="16322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费用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668012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价格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89804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了解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报名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参与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收获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hevron 5"/>
          <p:cNvSpPr/>
          <p:nvPr/>
        </p:nvSpPr>
        <p:spPr>
          <a:xfrm>
            <a:off x="822960" y="2743200"/>
            <a:ext cx="2464993" cy="1371600"/>
          </a:xfrm>
          <a:prstGeom prst="chevron">
            <a:avLst/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扫码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9" name="Chevron 8"/>
          <p:cNvSpPr/>
          <p:nvPr/>
        </p:nvSpPr>
        <p:spPr>
          <a:xfrm>
            <a:off x="3516553" y="2743200"/>
            <a:ext cx="2464993" cy="1371600"/>
          </a:xfrm>
          <a:prstGeom prst="chevron">
            <a:avLst/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5153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填写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0147" y="2743200"/>
            <a:ext cx="2464993" cy="1371600"/>
          </a:xfrm>
          <a:prstGeom prst="chevron">
            <a:avLst/>
          </a:prstGeom>
          <a:solidFill>
            <a:srgbClr val="7CC4FF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8747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支付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›</a:t>
            </a:r>
          </a:p>
        </p:txBody>
      </p:sp>
      <p:sp>
        <p:nvSpPr>
          <p:cNvPr id="15" name="Chevron 14"/>
          <p:cNvSpPr/>
          <p:nvPr/>
        </p:nvSpPr>
        <p:spPr>
          <a:xfrm>
            <a:off x="8903741" y="2743200"/>
            <a:ext cx="2464993" cy="1371600"/>
          </a:xfrm>
          <a:prstGeom prst="chevron">
            <a:avLst/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2341" y="3246120"/>
            <a:ext cx="20077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5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确认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JOIN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 flipV="1">
            <a:off x="1463040" y="3840480"/>
            <a:ext cx="1280160" cy="91440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743200" y="3840480"/>
            <a:ext cx="1280160" cy="45720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4023360" y="3108960"/>
            <a:ext cx="1280160" cy="118872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108960"/>
            <a:ext cx="1280160" cy="45720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583680" y="2743200"/>
            <a:ext cx="1280160" cy="822960"/>
          </a:xfrm>
          <a:prstGeom prst="line">
            <a:avLst/>
          </a:prstGeom>
          <a:ln w="31750">
            <a:solidFill>
              <a:srgbClr val="7CC4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399032" y="469087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9192" y="377647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59352" y="423367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9512" y="304495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9672" y="350215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799831" y="2679192"/>
            <a:ext cx="128016" cy="128016"/>
          </a:xfrm>
          <a:prstGeom prst="ellipse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56235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关键结论 / 解读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场次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地点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第一场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在此填时间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在此填地点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第二场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在此填地点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1B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33456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第三场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在此填地点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1B2A44"/>
          </a:solidFill>
          <a:ln w="12700">
            <a:solidFill>
              <a:srgbClr val="33456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F2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参与方式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在此输入一句行动号召（CTA）。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— 主办方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5112867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85033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5033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报名咨询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286000"/>
            <a:ext cx="5112867" cy="3291840"/>
          </a:xfrm>
          <a:prstGeom prst="roundRect">
            <a:avLst>
              <a:gd name="adj" fmla="val 12000"/>
            </a:avLst>
          </a:prstGeom>
          <a:solidFill>
            <a:srgbClr val="1B2A44"/>
          </a:solidFill>
          <a:ln w="9525">
            <a:solidFill>
              <a:srgbClr val="3345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17941" y="2697480"/>
            <a:ext cx="1188720" cy="1188720"/>
          </a:xfrm>
          <a:prstGeom prst="ellipse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17941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411480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8747" y="4526280"/>
            <a:ext cx="474710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7CC4FF"/>
                </a:solidFill>
                <a:latin typeface="Segoe UI"/>
                <a:ea typeface="微软雅黑"/>
                <a:cs typeface="微软雅黑"/>
              </a:rPr>
              <a:t>合作联系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280160"/>
            <a:ext cx="5486400" cy="5486400"/>
          </a:xfrm>
          <a:prstGeom prst="ellipse">
            <a:avLst/>
          </a:prstGeom>
          <a:solidFill>
            <a:srgbClr val="7CC4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79" y="2377440"/>
            <a:ext cx="6583680" cy="6583680"/>
          </a:xfrm>
          <a:prstGeom prst="ellipse">
            <a:avLst/>
          </a:prstGeom>
          <a:solidFill>
            <a:srgbClr val="A78BFA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F2F6FF"/>
                </a:solidFill>
                <a:latin typeface="Segoe UI"/>
                <a:ea typeface="微软雅黑"/>
                <a:cs typeface="微软雅黑"/>
              </a:rPr>
              <a:t>谢谢观看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7C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334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9FB2D0"/>
                </a:solidFill>
                <a:latin typeface="Segoe UI"/>
                <a:ea typeface="微软雅黑"/>
                <a:cs typeface="微软雅黑"/>
              </a:rPr>
              <a:t>玻璃拟态  ·  Glassmorphism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