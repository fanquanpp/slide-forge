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FF5FA2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【页面定位】活动宣传与推广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【页面定位】在此输入一句行动号召（CTA）。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【页面定位】CONVERSION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【页面定位】PYRAMID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活动宣传与推广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活动宣传与推广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在此输入「亮点速览」的要点一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在此输入「亮点速览」的要点二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在此输入「亮点速览」的要点三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在此输入「亮点速览」的要点四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A · 亮点速览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B · 活动内容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DF8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扫码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填写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参与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vortex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在此输入一句行动号召（CTA）。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转化 / 分配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FF5FA2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3EC6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FF5FA2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3EC6FF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vortex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金字塔结构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4907127" y="2240280"/>
            <a:ext cx="2377440" cy="1078992"/>
          </a:xfrm>
          <a:prstGeom prst="triangl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07127" y="2624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顶层</a:t>
            </a:r>
          </a:p>
        </p:txBody>
      </p:sp>
      <p:sp>
        <p:nvSpPr>
          <p:cNvPr id="8" name="Trapezoid 7"/>
          <p:cNvSpPr/>
          <p:nvPr/>
        </p:nvSpPr>
        <p:spPr>
          <a:xfrm>
            <a:off x="3809847" y="3447288"/>
            <a:ext cx="4572000" cy="1078992"/>
          </a:xfrm>
          <a:prstGeom prst="trapezoid">
            <a:avLst>
              <a:gd name="adj" fmla="val 22000"/>
            </a:avLst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7047" y="3813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中层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0447" y="3794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在此输入说明（占位）</a:t>
            </a:r>
          </a:p>
        </p:txBody>
      </p:sp>
      <p:sp>
        <p:nvSpPr>
          <p:cNvPr id="11" name="Trapezoid 10"/>
          <p:cNvSpPr/>
          <p:nvPr/>
        </p:nvSpPr>
        <p:spPr>
          <a:xfrm>
            <a:off x="2712567" y="4654296"/>
            <a:ext cx="6766560" cy="1078992"/>
          </a:xfrm>
          <a:prstGeom prst="trapezoid">
            <a:avLst>
              <a:gd name="adj" fmla="val 22000"/>
            </a:avLst>
          </a:prstGeom>
          <a:solidFill>
            <a:srgbClr val="8A8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69767" y="502005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基础层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7727" y="50017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在此输入说明（占位）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泡泡堂风">
  <a:themeElements>
    <a:clrScheme name="SlideForge 泡泡堂风">
      <a:dk1>
        <a:srgbClr val="1F1B2E"/>
      </a:dk1>
      <a:lt1>
        <a:srgbClr val="FFFDF8"/>
      </a:lt1>
      <a:dk2>
        <a:srgbClr val="8A86A0"/>
      </a:dk2>
      <a:lt2>
        <a:srgbClr val="FFFFFF"/>
      </a:lt2>
      <a:accent1>
        <a:srgbClr val="FF5FA2"/>
      </a:accent1>
      <a:accent2>
        <a:srgbClr val="3EC6FF"/>
      </a:accent2>
      <a:accent3>
        <a:srgbClr val="FFD24D"/>
      </a:accent3>
      <a:accent4>
        <a:srgbClr val="F0E9F5"/>
      </a:accent4>
      <a:accent5>
        <a:srgbClr val="8A86A0"/>
      </a:accent5>
      <a:accent6>
        <a:srgbClr val="FFFFFF"/>
      </a:accent6>
      <a:hlink>
        <a:srgbClr val="FF5FA2"/>
      </a:hlink>
      <a:folHlink>
        <a:srgbClr val="8A86A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