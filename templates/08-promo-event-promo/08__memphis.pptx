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F4D6D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活动宣传与推广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活动宣传与推广 · 在此输入副标题 / 项目名称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活动内容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F4D6D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扫码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F4D6D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FF4D6D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在此输入一句行动号召（CTA）。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