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FF4D6D"/>
              </a:solidFill>
            </c:spPr>
          </c:dPt>
          <c:dPt>
            <c:idx val="1"/>
            <c:spPr>
              <a:solidFill>
                <a:srgbClr val="2EC4B6"/>
              </a:solidFill>
            </c:spPr>
          </c:dPt>
          <c:dPt>
            <c:idx val="2"/>
            <c:spPr>
              <a:solidFill>
                <a:srgbClr val="FF4D6D"/>
              </a:solidFill>
            </c:spPr>
          </c:dPt>
          <c:dPt>
            <c:idx val="3"/>
            <c:spPr>
              <a:solidFill>
                <a:srgbClr val="2EC4B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D6D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4D6D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EC4B6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4D6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EC4B6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FF4D6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2EC4B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E6E6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孟菲斯活力">
  <a:themeElements>
    <a:clrScheme name="SlideForge 孟菲斯活力">
      <a:dk1>
        <a:srgbClr val="111111"/>
      </a:dk1>
      <a:lt1>
        <a:srgbClr val="FFFFFF"/>
      </a:lt1>
      <a:dk2>
        <a:srgbClr val="6E6E6E"/>
      </a:dk2>
      <a:lt2>
        <a:srgbClr val="FFF7F2"/>
      </a:lt2>
      <a:accent1>
        <a:srgbClr val="FF4D6D"/>
      </a:accent1>
      <a:accent2>
        <a:srgbClr val="2EC4B6"/>
      </a:accent2>
      <a:accent3>
        <a:srgbClr val="FFB703"/>
      </a:accent3>
      <a:accent4>
        <a:srgbClr val="F0D9E0"/>
      </a:accent4>
      <a:accent5>
        <a:srgbClr val="6E6E6E"/>
      </a:accent5>
      <a:accent6>
        <a:srgbClr val="FFF7F2"/>
      </a:accent6>
      <a:hlink>
        <a:srgbClr val="FF4D6D"/>
      </a:hlink>
      <a:folHlink>
        <a:srgbClr val="6E6E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