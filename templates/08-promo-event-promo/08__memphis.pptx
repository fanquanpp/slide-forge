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活动宣传与推广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活动宣传 · 在此输入活动名称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时间地点  ·  YYYY-MM-DD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活动内容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亮点速览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在此输入宣传点一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在此输入宣传点二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在此输入宣传点三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在此输入宣传点四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HIGHLIGHTS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你将获得 A / 你将获得 B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你将获得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收益一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收益二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收益三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2EC4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你将获得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收益一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收益二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2EC4B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收益三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日程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场地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名额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70048"/>
            <a:ext cx="1790623" cy="16322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费用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668012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89804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JOIN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报名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收获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JOIN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扫码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5153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填写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FF4D6D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8747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支付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2341" y="3246120"/>
            <a:ext cx="200779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5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确认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JOIN 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2EC4B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场次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时间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地点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第一场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在此填时间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在此填地点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第二场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在此填时间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在此填地点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F0D9E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第三场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在此填时间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在此填地点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7F2"/>
          </a:solidFill>
          <a:ln w="12700">
            <a:solidFill>
              <a:srgbClr val="F0D9E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参与方式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在此输入一句行动号召（CTA）。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— 主办方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5112867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85033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85033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报名咨询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5867" y="2286000"/>
            <a:ext cx="5112867" cy="3291840"/>
          </a:xfrm>
          <a:prstGeom prst="roundRect">
            <a:avLst>
              <a:gd name="adj" fmla="val 14000"/>
            </a:avLst>
          </a:prstGeom>
          <a:solidFill>
            <a:srgbClr val="FFF7F2"/>
          </a:solidFill>
          <a:ln w="9525">
            <a:solidFill>
              <a:srgbClr val="F0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217941" y="2697480"/>
            <a:ext cx="1188720" cy="1188720"/>
          </a:xfrm>
          <a:prstGeom prst="ellipse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17941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8747" y="411480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8747" y="4526280"/>
            <a:ext cx="4747107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4D6D"/>
                </a:solidFill>
                <a:latin typeface="Segoe UI"/>
                <a:ea typeface="微软雅黑"/>
                <a:cs typeface="微软雅黑"/>
              </a:rPr>
              <a:t>合作联系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509760" y="-914400"/>
            <a:ext cx="2926080" cy="2926080"/>
          </a:xfrm>
          <a:prstGeom prst="ellipse">
            <a:avLst/>
          </a:prstGeom>
          <a:solidFill>
            <a:srgbClr val="FF4D6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881360" y="1371600"/>
            <a:ext cx="1920240" cy="1920240"/>
          </a:xfrm>
          <a:prstGeom prst="ellipse">
            <a:avLst/>
          </a:prstGeom>
          <a:solidFill>
            <a:srgbClr val="FFB703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418320" y="2926080"/>
            <a:ext cx="1371600" cy="1371600"/>
          </a:xfrm>
          <a:prstGeom prst="rect">
            <a:avLst/>
          </a:prstGeom>
          <a:solidFill>
            <a:srgbClr val="2EC4B6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4D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F0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E6E6E"/>
                </a:solidFill>
                <a:latin typeface="Segoe UI"/>
                <a:ea typeface="微软雅黑"/>
                <a:cs typeface="微软雅黑"/>
              </a:rPr>
              <a:t>孟菲斯活力  ·  Memphis Pop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