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【页面定位】在此输入活动口号 / 宣传语。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49AC1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DF7F9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49AC1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