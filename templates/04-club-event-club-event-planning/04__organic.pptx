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6B8E5A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【页面定位】社团活动策划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【页面定位】在此输入活动口号 / 宣传语。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【页面定位】CONVERSION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【页面定位】PYRAMID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社团活动策划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社团活动策划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在此输入「活动背景」的要点一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在此输入「活动背景」的要点二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在此输入「活动背景」的要点三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在此输入「活动背景」的要点四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A · 活动背景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B · 活动流程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3EFE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在此输入活动口号 / 宣传语。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转化 / 分配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6B8E5A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C98A5E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6B8E5A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C98A5E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阶段四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PYRAMID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金字塔结构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顶层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中层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8C8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基础层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otion:hero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00" fill="hold" nodeType="afterEffect" grpId="0" presetID="6" presetClass="emph" presetSubtype="0">
                            <p:stCondLst>
                              <p:cond delay="950"/>
                            </p:stCondLst>
                            <p:childTnLst>
                              <p:animScale>
                                <p:cBhvr>
                                  <p:cTn id="101" dur="500" fill="hold"/>
                                  <p:tgtEl>
                                    <p:spTgt spid="6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自然有机">
  <a:themeElements>
    <a:clrScheme name="SlideForge 自然有机">
      <a:dk1>
        <a:srgbClr val="33352E"/>
      </a:dk1>
      <a:lt1>
        <a:srgbClr val="F3EFE6"/>
      </a:lt1>
      <a:dk2>
        <a:srgbClr val="8C8A78"/>
      </a:dk2>
      <a:lt2>
        <a:srgbClr val="FFFFFF"/>
      </a:lt2>
      <a:accent1>
        <a:srgbClr val="6B8E5A"/>
      </a:accent1>
      <a:accent2>
        <a:srgbClr val="C98A5E"/>
      </a:accent2>
      <a:accent3>
        <a:srgbClr val="C98A5E"/>
      </a:accent3>
      <a:accent4>
        <a:srgbClr val="E3DCCB"/>
      </a:accent4>
      <a:accent5>
        <a:srgbClr val="8C8A78"/>
      </a:accent5>
      <a:accent6>
        <a:srgbClr val="FFFFFF"/>
      </a:accent6>
      <a:hlink>
        <a:srgbClr val="6B8E5A"/>
      </a:hlink>
      <a:folHlink>
        <a:srgbClr val="8C8A78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