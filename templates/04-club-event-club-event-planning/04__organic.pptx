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活动策划案 · 在此输入活动名称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社团 / 协会  ·  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在此输入活动目标一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在此输入活动目标二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在此输入活动目标三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在此输入活动目标四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往期活动 A / 往期活动 B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往期活动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效果一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效果二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效果三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往期活动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效果一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效果二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效果三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预计人数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活动时长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预算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经费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场地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地点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举办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复盘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1926275" cy="1371600"/>
          </a:xfrm>
          <a:prstGeom prst="chevron">
            <a:avLst/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14690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7523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2977835" y="2743200"/>
            <a:ext cx="1926275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6435" y="3246120"/>
            <a:ext cx="14690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398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5132710" y="2743200"/>
            <a:ext cx="1926275" cy="1371600"/>
          </a:xfrm>
          <a:prstGeom prst="chevron">
            <a:avLst/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61310" y="3246120"/>
            <a:ext cx="14690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77273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7287585" y="2743200"/>
            <a:ext cx="1926275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6185" y="3246120"/>
            <a:ext cx="14690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2148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8" name="Chevron 17"/>
          <p:cNvSpPr/>
          <p:nvPr/>
        </p:nvSpPr>
        <p:spPr>
          <a:xfrm>
            <a:off x="9442460" y="2743200"/>
            <a:ext cx="1926275" cy="1371600"/>
          </a:xfrm>
          <a:prstGeom prst="chevron">
            <a:avLst/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1060" y="3246120"/>
            <a:ext cx="14690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总结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BUDGET &amp;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负责人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截止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场地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在此填日期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物料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在此填日期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在此填日期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社团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BUDGET &amp;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总负责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后勤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