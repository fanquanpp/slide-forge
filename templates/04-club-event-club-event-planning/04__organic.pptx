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社团活动策划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社团活动策划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在此输入「活动背景」的要点一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在此输入「活动背景」的要点二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在此输入「活动背景」的要点三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在此输入「活动背景」的要点四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A · 活动背景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B · 活动流程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3EFE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活动流程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预算与分工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宣传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6B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宣传与报名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在此输入活动口号 / 宣传语。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B8E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B8E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6B8E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98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C98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