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EC4B6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4D6D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4D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7F2"/>
          </a:solidFill>
          <a:ln w="12700">
            <a:solidFill>
              <a:srgbClr val="F0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4000"/>
            </a:avLst>
          </a:prstGeom>
          <a:solidFill>
            <a:srgbClr val="FFF7F2"/>
          </a:solidFill>
          <a:ln w="9525">
            <a:solidFill>
              <a:srgbClr val="F0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D6D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F0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EC4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EC4B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D6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B70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EC4B6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E6E"/>
                </a:solidFill>
                <a:latin typeface="Segoe UI"/>
                <a:ea typeface="微软雅黑"/>
                <a:cs typeface="微软雅黑"/>
              </a:rPr>
              <a:t>孟菲斯活力  ·  Memphis Pop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