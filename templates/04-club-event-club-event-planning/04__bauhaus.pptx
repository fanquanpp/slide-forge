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示例系列（右键→编辑数据）</c:v>
                </c:pt>
              </c:strCache>
            </c:strRef>
          </c:tx>
          <c:spPr>
            <a:solidFill>
              <a:srgbClr val="E2231A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【页面定位】社团活动策划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【页面定位】在此输入活动口号 / 宣传语。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社团活动策划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社团活动策划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在此输入「活动背景」的要点一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在此输入「活动背景」的要点二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在此输入「活动背景」的要点三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在此输入「活动背景」的要点四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活动流程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在此输入活动口号 / 宣传语。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1F49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1F49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1F49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