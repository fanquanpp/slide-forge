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示例系列（右键→编辑数据）</c:v>
                </c:pt>
              </c:strCache>
            </c:strRef>
          </c:tx>
          <c:spPr>
            <a:solidFill>
              <a:srgbClr val="2F6BFF"/>
            </a:solidFill>
          </c:spPr>
          <c:cat>
            <c:strRef>
              <c:f>Sheet1!$A$2:$A$7</c:f>
              <c:strCache>
                <c:ptCount val="6"/>
                <c:pt idx="0">
                  <c:v>指标一</c:v>
                </c:pt>
                <c:pt idx="1">
                  <c:v>指标二</c:v>
                </c:pt>
                <c:pt idx="2">
                  <c:v>指标三</c:v>
                </c:pt>
                <c:pt idx="3">
                  <c:v>指标四</c:v>
                </c:pt>
                <c:pt idx="4">
                  <c:v>指标五</c:v>
                </c:pt>
                <c:pt idx="5">
                  <c:v>指标六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</c:v>
                </c:pt>
                <c:pt idx="1">
                  <c:v>80</c:v>
                </c:pt>
                <c:pt idx="2">
                  <c:v>45</c:v>
                </c:pt>
                <c:pt idx="3">
                  <c:v>95</c:v>
                </c:pt>
                <c:pt idx="4">
                  <c:v>70</c:v>
                </c:pt>
                <c:pt idx="5">
                  <c:v>60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【页面定位】社团活动策划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【页面定位】在此输入活动口号 / 宣传语。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【页面定位】FAQ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【页面定位】ROADMAP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【页面定位】CHECKLIST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社团活动策划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社团活动策划 · 在此输入副标题 / 项目名称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活动背景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活动流程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宣传与报名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预算与分工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活动背景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活动背景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在此输入「活动背景」的要点一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在此输入「活动背景」的要点二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在此输入「活动背景」的要点三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在此输入「活动背景」的要点四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活动流程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A · 活动背景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B · 活动流程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BFBFA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4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4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活动背景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活动流程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宣传与报名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预算与分工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2F6B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发起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审批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2F6B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宣传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执行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188720" y="2331720"/>
          <a:ext cx="58521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宣传与报名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在此输入活动口号 / 宣传语。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F6B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F6B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F6B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1A1A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1A1A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2F6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2F6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2F6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2F6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4" name="Rectangle 3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