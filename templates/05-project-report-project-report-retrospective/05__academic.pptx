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 → 编辑数据）</c:v>
                </c:pt>
              </c:strCache>
            </c:strRef>
          </c:tx>
          <c:spPr>
            <a:solidFill>
              <a:srgbClr val="34508C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【页面定位】项目汇报与复盘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【页面定位】在此输入一条关键复盘结论。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【页面定位】DASHBOARD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项目汇报与复盘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项目汇报与复盘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l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目标回顾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执行过程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结果与数据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反思与下一步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目标回顾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目标回顾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在此输入「目标回顾」的要点一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在此输入「目标回顾」的要点二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在此输入「目标回顾」的要点三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在此输入「目标回顾」的要点四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执行过程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A · 目标回顾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B · 执行过程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目标回顾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执行过程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结果与数据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反思与下一步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改进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结果与数据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在此输入一条关键复盘结论。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态势分析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4552D"/>
                </a:solidFill>
                <a:latin typeface="Georgia"/>
                <a:ea typeface="宋体"/>
                <a:cs typeface="宋体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清单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指标看板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3450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B4552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3450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B4552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3450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4552D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B4552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3450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B4552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3450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B4552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3450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B4552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3450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B4552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3450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4552D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B4552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3450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B4552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34508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B4552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81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45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81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45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187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概率 × 影响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B4552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B4552D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B4552D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34508C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B4552D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B4552D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34508C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34508C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B4552D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34508C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34508C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22252A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34508C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34508C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22252A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22252A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1 · 风险一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2 · 风险二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3 · 风险三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2441448"/>
            <a:ext cx="310896" cy="31089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4 · 风险四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69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81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45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57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69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81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学术严谨">
  <a:themeElements>
    <a:clrScheme name="SlideForge 学术严谨">
      <a:dk1>
        <a:srgbClr val="22252A"/>
      </a:dk1>
      <a:lt1>
        <a:srgbClr val="FFFFFF"/>
      </a:lt1>
      <a:dk2>
        <a:srgbClr val="6B7280"/>
      </a:dk2>
      <a:lt2>
        <a:srgbClr val="F4F6F8"/>
      </a:lt2>
      <a:accent1>
        <a:srgbClr val="34508C"/>
      </a:accent1>
      <a:accent2>
        <a:srgbClr val="B4552D"/>
      </a:accent2>
      <a:accent3>
        <a:srgbClr val="B4552D"/>
      </a:accent3>
      <a:accent4>
        <a:srgbClr val="DDE3EA"/>
      </a:accent4>
      <a:accent5>
        <a:srgbClr val="6B7280"/>
      </a:accent5>
      <a:accent6>
        <a:srgbClr val="F4F6F8"/>
      </a:accent6>
      <a:hlink>
        <a:srgbClr val="34508C"/>
      </a:hlink>
      <a:folHlink>
        <a:srgbClr val="6B72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