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项目汇报与复盘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项目汇报与复盘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在此输入「目标回顾」的要点一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在此输入「目标回顾」的要点二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在此输入「目标回顾」的要点三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在此输入「目标回顾」的要点四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目标回顾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执行过程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改进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在此输入一条关键复盘结论。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