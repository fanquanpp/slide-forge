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项目汇报与复盘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项目汇报 / 复盘 · 在此输入项目名称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团队 / 部门  ·  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在此输入目标一及达成情况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在此输入目标二及达成情况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在此输入目标三及达成情况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在此输入目标四及达成情况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做得好 / 待改进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A · 做得好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B · 待改进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BFBFA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达成率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数量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时长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成本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复盘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5153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2F6B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2341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改进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2F6B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1A1A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实际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在此填实际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在此填实际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6E6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在此填目标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在此填实际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在此输入一条关键复盘结论。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— 项目组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F6BFF"/>
                </a:solidFill>
                <a:latin typeface="Segoe UI"/>
                <a:ea typeface="微软雅黑"/>
                <a:cs typeface="微软雅黑"/>
              </a:rPr>
              <a:t>协作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A1A1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2F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A8A8A"/>
                </a:solidFill>
                <a:latin typeface="Segoe UI"/>
                <a:ea typeface="微软雅黑"/>
                <a:cs typeface="微软雅黑"/>
              </a:rPr>
              <a:t>呼吸留白极简  ·  Breathing Whitespace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