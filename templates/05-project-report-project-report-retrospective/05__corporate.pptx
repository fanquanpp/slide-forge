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项目汇报 / 复盘 · 在此输入项目名称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部门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在此输入目标一及达成情况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在此输入目标二及达成情况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在此输入目标三及达成情况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在此输入目标四及达成情况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做得好 / 待改进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做得好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待改进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达成率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数量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时长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成本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立项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复盘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实际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在此填实际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在此填目标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在此填实际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在此填目标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在此填实际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项目组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协作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