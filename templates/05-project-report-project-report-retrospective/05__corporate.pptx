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1E5FBF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【页面定位】项目汇报与复盘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【页面定位】在此输入一条关键复盘结论。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【页面定位】SWOT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【页面定位】PYRAMID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项目汇报与复盘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项目汇报与复盘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在此输入「目标回顾」的要点一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在此输入「目标回顾」的要点二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在此输入「目标回顾」的要点三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在此输入「目标回顾」的要点四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目标回顾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执行过程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改进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在此输入一条关键复盘结论。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态势分析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8288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9728" cy="182880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03120"/>
            <a:ext cx="5029200" cy="18288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103120"/>
            <a:ext cx="109728" cy="1828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劣势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5029200" cy="18288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69080"/>
            <a:ext cx="109728" cy="1828800"/>
          </a:xfrm>
          <a:prstGeom prst="rect">
            <a:avLst/>
          </a:prstGeom>
          <a:solidFill>
            <a:srgbClr val="5B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机会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4069080"/>
            <a:ext cx="5029200" cy="18288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4069080"/>
            <a:ext cx="109728" cy="182880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挑战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PYRAMID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金字塔结构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顶层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中层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5B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基础层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otion:hero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00" fill="hold" nodeType="afterEffect" grpId="0" presetID="6" presetClass="emph" presetSubtype="0">
                            <p:stCondLst>
                              <p:cond delay="950"/>
                            </p:stCondLst>
                            <p:childTnLst>
                              <p:animScale>
                                <p:cBhvr>
                                  <p:cTn id="101" dur="500" fill="hold"/>
                                  <p:tgtEl>
                                    <p:spTgt spid="6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商务蓝调">
  <a:themeElements>
    <a:clrScheme name="SlideForge 商务蓝调">
      <a:dk1>
        <a:srgbClr val="10233F"/>
      </a:dk1>
      <a:lt1>
        <a:srgbClr val="FFFFFF"/>
      </a:lt1>
      <a:dk2>
        <a:srgbClr val="5B6B82"/>
      </a:dk2>
      <a:lt2>
        <a:srgbClr val="F2F5FA"/>
      </a:lt2>
      <a:accent1>
        <a:srgbClr val="1E5FBF"/>
      </a:accent1>
      <a:accent2>
        <a:srgbClr val="C9A227"/>
      </a:accent2>
      <a:accent3>
        <a:srgbClr val="C9A227"/>
      </a:accent3>
      <a:accent4>
        <a:srgbClr val="D7E0EE"/>
      </a:accent4>
      <a:accent5>
        <a:srgbClr val="5B6B82"/>
      </a:accent5>
      <a:accent6>
        <a:srgbClr val="F2F5FA"/>
      </a:accent6>
      <a:hlink>
        <a:srgbClr val="1E5FBF"/>
      </a:hlink>
      <a:folHlink>
        <a:srgbClr val="5B6B8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