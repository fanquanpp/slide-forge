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【页面定位】在此输入一条关键复盘结论。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4C7CA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4C7CA8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