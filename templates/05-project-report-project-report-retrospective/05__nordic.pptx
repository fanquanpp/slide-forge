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4C7CA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项目汇报与复盘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项目汇报与复盘 · 在此输入副标题 / 项目名称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目标回顾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结果与数据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反思与下一步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目标回顾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目标回顾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在此输入「目标回顾」的要点一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在此输入「目标回顾」的要点二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在此输入「目标回顾」的要点三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在此输入「目标回顾」的要点四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A · 目标回顾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2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B · 执行过程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F8FA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目标回顾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结果与数据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反思与下一步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4C7CA8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4C7CA8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改进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4C7CA8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结果与数据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在此输入一条关键复盘结论。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4C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4C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4C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4C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8000"/>
            </a:avLst>
          </a:prstGeom>
          <a:solidFill>
            <a:srgbClr val="4C7CA8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