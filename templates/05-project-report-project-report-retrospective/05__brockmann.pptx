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E2231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项目汇报与复盘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项目汇报与复盘 · 在此输入副标题 / 项目名称</a:t>
            </a:r>
          </a:p>
        </p:txBody>
      </p:sp>
    </p:spTree>
  </p:cSld>
  <p:clrMapOvr>
    <a:masterClrMapping/>
  </p:clrMapOvr>
  <p:transition spd="med">
    <p:push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在此输入「目标回顾」的要点一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在此输入「目标回顾」的要点二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在此输入「目标回顾」的要点三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在此输入「目标回顾」的要点四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目标回顾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执行过程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改进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E2231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在此输入一条关键复盘结论。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