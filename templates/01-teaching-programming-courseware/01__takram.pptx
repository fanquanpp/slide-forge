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FA8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编程教学课件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编程教学课件 · 在此输入副标题 / 项目名称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830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7830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309360" y="21488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69480" y="21305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269480" y="26609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830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7830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309360" y="3063240"/>
            <a:ext cx="7315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3044952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269480" y="3575304"/>
            <a:ext cx="4160520" cy="0"/>
          </a:xfrm>
          <a:prstGeom prst="line">
            <a:avLst/>
          </a:prstGeom>
          <a:ln w="9525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在此输入「课程目标」的要点四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A · 课程目标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B · 核心概念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E2A03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57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57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45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课程目标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核心概念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练习与作业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45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Chevron 5"/>
          <p:cNvSpPr/>
          <p:nvPr/>
        </p:nvSpPr>
        <p:spPr>
          <a:xfrm>
            <a:off x="822960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环境准备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Chevron 8"/>
          <p:cNvSpPr/>
          <p:nvPr/>
        </p:nvSpPr>
        <p:spPr>
          <a:xfrm>
            <a:off x="3516553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编写代码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Chevron 11"/>
          <p:cNvSpPr/>
          <p:nvPr/>
        </p:nvSpPr>
        <p:spPr>
          <a:xfrm>
            <a:off x="6210147" y="2743200"/>
            <a:ext cx="2464993" cy="1371600"/>
          </a:xfrm>
          <a:prstGeom prst="chevron">
            <a:avLst/>
          </a:prstGeom>
          <a:solidFill>
            <a:srgbClr val="3FA88C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运行调试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Chevron 14"/>
          <p:cNvSpPr/>
          <p:nvPr/>
        </p:nvSpPr>
        <p:spPr>
          <a:xfrm>
            <a:off x="8903741" y="2743200"/>
            <a:ext cx="2464993" cy="1371600"/>
          </a:xfrm>
          <a:prstGeom prst="chevron">
            <a:avLst/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提交作业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FA8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69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0D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3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1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10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5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7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4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8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31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代码演示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在此输入课程寄语或重要结论。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术语表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031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103120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22960" y="2633472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761487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2761487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22960" y="3291839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419856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3419856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22960" y="3950207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078224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术语四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31920" y="4078224"/>
            <a:ext cx="749807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在此输入释义（占位）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22960" y="4608576"/>
            <a:ext cx="10515600" cy="0"/>
          </a:xfrm>
          <a:prstGeom prst="line">
            <a:avLst/>
          </a:prstGeom>
          <a:ln w="7620">
            <a:solidFill>
              <a:srgbClr val="E4E0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E2A03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FA8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24000"/>
            </a:avLst>
          </a:prstGeom>
          <a:solidFill>
            <a:srgbClr val="FFFFFF"/>
          </a:solidFill>
          <a:ln w="9525">
            <a:solidFill>
              <a:srgbClr val="E4E0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FA88C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37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52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3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1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22" presetClass="entr" presetSubtype="4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7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9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31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595360" y="-1463040"/>
            <a:ext cx="5486400" cy="5486400"/>
          </a:xfrm>
          <a:prstGeom prst="ellipse">
            <a:avLst/>
          </a:prstGeom>
          <a:solidFill>
            <a:srgbClr val="3FA88C">
              <a:alpha val="14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B2B2B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FA8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E4E0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9A9A93"/>
                </a:solidFill>
                <a:latin typeface="Segoe UI"/>
                <a:ea typeface="微软雅黑"/>
                <a:cs typeface="微软雅黑"/>
              </a:rPr>
              <a:t>柔和科技图表  ·  Soft Tech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