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【页面定位】在此输入课程寄语或重要结论。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FA8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FA8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在此输入课程寄语或重要结论。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