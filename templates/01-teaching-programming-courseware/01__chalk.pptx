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【页面定位】在此输入课程寄语或重要结论。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5D67B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编程教学课件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编程教学课件 · 在此输入副标题 / 项目名称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在此输入「课程目标」的要点一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在此输入「课程目标」的要点二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在此输入「课程目标」的要点三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在此输入「课程目标」的要点四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A · 课程目标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B · 核心概念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提交作业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5D67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在此输入课程寄语或重要结论。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