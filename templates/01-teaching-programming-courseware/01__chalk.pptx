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D67B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编程教学课件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5D67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在此输入课程寄语或重要结论。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