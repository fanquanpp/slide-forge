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5D67B"/>
              </a:solidFill>
            </c:spPr>
          </c:dPt>
          <c:dPt>
            <c:idx val="1"/>
            <c:spPr>
              <a:solidFill>
                <a:srgbClr val="8FD3C7"/>
              </a:solidFill>
            </c:spPr>
          </c:dPt>
          <c:dPt>
            <c:idx val="2"/>
            <c:spPr>
              <a:solidFill>
                <a:srgbClr val="F5D67B"/>
              </a:solidFill>
            </c:spPr>
          </c:dPt>
          <c:dPt>
            <c:idx val="3"/>
            <c:spPr>
              <a:solidFill>
                <a:srgbClr val="8FD3C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D67B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编程教学课件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提交作业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代码演示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在此输入课程寄语或重要结论。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A9B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5D6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5D67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8FD3C7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F1F3E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F1F3E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F1F3EE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黑板粉笔">
  <a:themeElements>
    <a:clrScheme name="SlideForge 黑板粉笔">
      <a:dk1>
        <a:srgbClr val="F1F3EE"/>
      </a:dk1>
      <a:lt1>
        <a:srgbClr val="1E2A26"/>
      </a:lt1>
      <a:dk2>
        <a:srgbClr val="A9B6AE"/>
      </a:dk2>
      <a:lt2>
        <a:srgbClr val="26332E"/>
      </a:lt2>
      <a:accent1>
        <a:srgbClr val="F5D67B"/>
      </a:accent1>
      <a:accent2>
        <a:srgbClr val="8FD3C7"/>
      </a:accent2>
      <a:accent3>
        <a:srgbClr val="8FD3C7"/>
      </a:accent3>
      <a:accent4>
        <a:srgbClr val="33423B"/>
      </a:accent4>
      <a:accent5>
        <a:srgbClr val="A9B6AE"/>
      </a:accent5>
      <a:accent6>
        <a:srgbClr val="26332E"/>
      </a:accent6>
      <a:hlink>
        <a:srgbClr val="F5D67B"/>
      </a:hlink>
      <a:folHlink>
        <a:srgbClr val="A9B6A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