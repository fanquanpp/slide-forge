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编程教学课件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编程教学课件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团队 / 姓名  ·  YYYY-MM-DD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70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在此输入「课程目标」的要点一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70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在此输入「课程目标」的要点二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70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在此输入「课程目标」的要点三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70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在此输入「课程目标」的要点四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A · 课程目标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E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B · 核心概念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E0A"/>
                </a:solidFill>
                <a:latin typeface="Consolas"/>
                <a:ea typeface="等线"/>
                <a:cs typeface="等线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提交作业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38D39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E2E2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38D39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E2E2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38D39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E2E2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在此输入课程寄语或重要结论。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38D39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E2E2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38D39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E2E2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38D39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E2E2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38D39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