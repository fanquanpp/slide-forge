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编程教学课件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第 N 讲 · 在此输入知识点标题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课程名称  ·  讲师 / 学期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LEARNING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在此输入本讲要点一（概念 / 定义）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在此输入本讲要点二（原理 / 机制）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在此输入本讲要点三（示例 / 反例）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在此输入本讲要点四（常见误区）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LEARNING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概念 A / 概念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A · 概念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特征一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特征二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特征三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B · 概念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特征一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特征二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特征三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E0A"/>
                </a:solidFill>
                <a:latin typeface="Consolas"/>
                <a:ea typeface="等线"/>
                <a:cs typeface="等线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模块一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模块二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模块三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模块四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第 1 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第 2 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第 3 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第 4 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阶段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产出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阶段一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在此填产出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阶段二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在此填产出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阶段三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在此填产出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CORE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在此输入一段课程寄语或重要结论。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— 课程 / 讲师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主讲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助教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助教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