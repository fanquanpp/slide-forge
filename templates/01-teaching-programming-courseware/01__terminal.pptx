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编程教学课件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团队 / 姓名  ·  YYYY-MM-DD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70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在此输入「课程目标」的要点四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2E2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8D39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