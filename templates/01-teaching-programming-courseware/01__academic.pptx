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4508C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编程教学课件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编程教学课件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核心概念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代码演示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练习与作业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在此输入「课程目标」的要点一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在此输入「课程目标」的要点二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在此输入「课程目标」的要点三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在此输入「课程目标」的要点四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核心概念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课程目标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核心概念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编写代码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运行调试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提交作业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34508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代码演示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在此输入课程寄语或重要结论。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345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345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345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345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