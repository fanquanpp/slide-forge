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第 N 讲 · 在此输入知识点标题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课程名称  ·  讲师 / 学期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在此输入本讲要点一（概念 / 定义）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在此输入本讲要点二（原理 / 机制）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在此输入本讲要点三（示例 / 反例）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在此输入本讲要点四（常见误区）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概念 A / 概念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概念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概念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特征三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模块一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模块二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模块三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模块四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在此填产出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在此输入一段课程寄语或重要结论。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课程 / 讲师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主讲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助教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助教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