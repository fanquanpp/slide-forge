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2F6BFF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【页面定位】编程教学课件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【页面定位】在此输入课程寄语或重要结论。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【页面定位】LEVELS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编程教学课件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编程教学课件 · 在此输入副标题 / 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练习与作业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在此输入「课程目标」的要点一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在此输入「课程目标」的要点二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在此输入「课程目标」的要点三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在此输入「课程目标」的要点四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课程目标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编写代码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运行调试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提交作业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代码演示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在此输入课程寄语或重要结论。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分层结构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层级一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motion:hero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00" fill="hold" nodeType="afterEffect" grpId="0" presetID="6" presetClass="emph" presetSubtype="0">
                            <p:stCondLst>
                              <p:cond delay="820"/>
                            </p:stCondLst>
                            <p:childTnLst>
                              <p:animScale>
                                <p:cBhvr>
                                  <p:cTn id="81" dur="500" fill="hold"/>
                                  <p:tgtEl>
                                    <p:spTgt spid="4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呼吸留白极简">
  <a:themeElements>
    <a:clrScheme name="SlideForge 呼吸留白极简">
      <a:dk1>
        <a:srgbClr val="1A1A1A"/>
      </a:dk1>
      <a:lt1>
        <a:srgbClr val="FBFBFA"/>
      </a:lt1>
      <a:dk2>
        <a:srgbClr val="8A8A8A"/>
      </a:dk2>
      <a:lt2>
        <a:srgbClr val="FFFFFF"/>
      </a:lt2>
      <a:accent1>
        <a:srgbClr val="2F6BFF"/>
      </a:accent1>
      <a:accent2>
        <a:srgbClr val="1A1A1A"/>
      </a:accent2>
      <a:accent3>
        <a:srgbClr val="1A1A1A"/>
      </a:accent3>
      <a:accent4>
        <a:srgbClr val="E6E6E6"/>
      </a:accent4>
      <a:accent5>
        <a:srgbClr val="8A8A8A"/>
      </a:accent5>
      <a:accent6>
        <a:srgbClr val="FFFFFF"/>
      </a:accent6>
      <a:hlink>
        <a:srgbClr val="2F6BFF"/>
      </a:hlink>
      <a:folHlink>
        <a:srgbClr val="8A8A8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