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6C8CF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【页面定位】市场与竞品分析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【页面定位】在此输入一条市场判断。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【页面定位】DASHBOARD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态势分析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9AA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指标看板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6C8C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FF8FB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211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FF8FB1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FF8FB1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FF8FB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FF8FB1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FF8FB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6C8C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FF8FB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6C8C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EEF2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6C8C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6C8C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EEF2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EEF2FF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渐变流体">
  <a:themeElements>
    <a:clrScheme name="SlideForge 渐变流体">
      <a:dk1>
        <a:srgbClr val="EEF2FF"/>
      </a:dk1>
      <a:lt1>
        <a:srgbClr val="141A2E"/>
      </a:lt1>
      <a:dk2>
        <a:srgbClr val="9AA7CC"/>
      </a:dk2>
      <a:lt2>
        <a:srgbClr val="1E2740"/>
      </a:lt2>
      <a:accent1>
        <a:srgbClr val="6C8CFF"/>
      </a:accent1>
      <a:accent2>
        <a:srgbClr val="FF8FB1"/>
      </a:accent2>
      <a:accent3>
        <a:srgbClr val="FF8FB1"/>
      </a:accent3>
      <a:accent4>
        <a:srgbClr val="2A3556"/>
      </a:accent4>
      <a:accent5>
        <a:srgbClr val="9AA7CC"/>
      </a:accent5>
      <a:accent6>
        <a:srgbClr val="1E2740"/>
      </a:accent6>
      <a:hlink>
        <a:srgbClr val="6C8CFF"/>
      </a:hlink>
      <a:folHlink>
        <a:srgbClr val="9AA7C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