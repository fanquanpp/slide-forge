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【页面定位】SECTION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【页面定位】在此输入一条市场判断。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【页面定位】HIGHLIGHT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【页面定位】QUOTES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【页面定位】FAQ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8C1D1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市场与竞品分析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市场与竞品分析 · 在此输入副标题 / 项目名称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市场概览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竞品对比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机会与风险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策略建议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61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市场概览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市场概览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在此输入「市场概览」的要点一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在此输入「市场概览」的要点二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在此输入「市场概览」的要点三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在此输入「市场概览」的要点四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竞品对比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A · 市场概览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B · 竞品对比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61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BF9F4"/>
                </a:solidFill>
                <a:latin typeface="Georgia"/>
                <a:ea typeface="宋体"/>
                <a:cs typeface="宋体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市场概览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竞品对比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机会与风险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策略建议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8C1D18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调研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对标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8C1D18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决策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8C1D18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原生可编辑图表 · 右键图表 → 编辑数据 即可替换数值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61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机会与风险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在此输入一条市场判断。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8C1D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8C1D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8C1D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8C1D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