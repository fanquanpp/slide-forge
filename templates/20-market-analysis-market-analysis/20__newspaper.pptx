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8C1D1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市场与竞品分析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市场与竞品分析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竞品对比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机会与风险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策略建议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在此输入「市场概览」的要点一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在此输入「市场概览」的要点二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在此输入「市场概览」的要点三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在此输入「市场概览」的要点四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9F4"/>
                </a:solidFill>
                <a:latin typeface="Georgia"/>
                <a:ea typeface="宋体"/>
                <a:cs typeface="宋体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8C1D18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机会与风险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在此输入一条市场判断。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