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8C1D1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市场与竞品分析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市场与竞品分析 · 在此输入副标题 / 项目名称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策略建议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在此输入「市场概览」的要点四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8C1D18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机会与风险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在此输入一条市场判断。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