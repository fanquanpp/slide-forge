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874519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400"/>
              </a:spcAft>
            </a:pPr>
            <a:r>
              <a:rPr sz="4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市场与竞品分析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79476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市场与竞品分析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104241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在此输入「市场概览」的要点一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在此输入「市场概览」的要点二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在此输入「市场概览」的要点三</a:t>
            </a:r>
          </a:p>
          <a:p>
            <a:pPr>
              <a:lnSpc>
                <a:spcPct val="115000"/>
              </a:lnSpc>
              <a:spcAft>
                <a:spcPts val="1400"/>
              </a:spcAft>
            </a:pPr>
            <a:r>
              <a:rPr sz="1189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70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在此输入「市场概览」的要点四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A · 市场概览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A78B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B · 竞品对比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A78BF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1826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45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45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市场概览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竞品对比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策略建议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调研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对标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7CC4FF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分析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决策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71600" y="3877056"/>
            <a:ext cx="685800" cy="1609344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14600" y="3145535"/>
            <a:ext cx="685800" cy="2340864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0" y="4169663"/>
            <a:ext cx="685800" cy="1316736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00600" y="2706624"/>
            <a:ext cx="685800" cy="2779776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943600" y="3438144"/>
            <a:ext cx="685800" cy="2048255"/>
          </a:xfrm>
          <a:prstGeom prst="rect">
            <a:avLst/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086600" y="3730752"/>
            <a:ext cx="685800" cy="1755648"/>
          </a:xfrm>
          <a:prstGeom prst="rect">
            <a:avLst/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B2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B2A44"/>
          </a:solidFill>
          <a:ln w="12700">
            <a:solidFill>
              <a:srgbClr val="33456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F2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机会与风险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在此输入一条市场判断。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12000"/>
            </a:avLst>
          </a:prstGeom>
          <a:solidFill>
            <a:srgbClr val="1B2A44"/>
          </a:solidFill>
          <a:ln w="9525">
            <a:solidFill>
              <a:srgbClr val="3345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7CC4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A78BF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7CC4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7CC4F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33456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8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0" y="-1280160"/>
            <a:ext cx="5486400" cy="5486400"/>
          </a:xfrm>
          <a:prstGeom prst="ellipse">
            <a:avLst/>
          </a:prstGeom>
          <a:solidFill>
            <a:srgbClr val="7CC4FF">
              <a:alpha val="2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498079" y="2377440"/>
            <a:ext cx="6583680" cy="6583680"/>
          </a:xfrm>
          <a:prstGeom prst="ellipse">
            <a:avLst/>
          </a:prstGeom>
          <a:solidFill>
            <a:srgbClr val="A78BFA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F2F6F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7CC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3345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FB2D0"/>
                </a:solidFill>
                <a:latin typeface="Segoe UI"/>
                <a:ea typeface="微软雅黑"/>
                <a:cs typeface="微软雅黑"/>
              </a:rPr>
              <a:t>玻璃拟态  ·  Glassmorphism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