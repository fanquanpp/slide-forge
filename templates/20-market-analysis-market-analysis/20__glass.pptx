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7CC4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A78BF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市场与竞品分析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市场与竞品分析 · 在此输入副标题 / 项目名称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市场概览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竞品对比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机会与风险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策略建议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7CC4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A78BF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2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市场概览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市场概览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在此输入「市场概览」的要点一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在此输入「市场概览」的要点二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在此输入「市场概览」的要点三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在此输入「市场概览」的要点四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竞品对比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A · 市场概览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B · 竞品对比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A78BF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A78BF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A78BF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F2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1826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市场概览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竞品对比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机会与风险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策略建议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7CC4FF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调研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对标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7CC4FF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877056"/>
            <a:ext cx="685800" cy="1609344"/>
          </a:xfrm>
          <a:prstGeom prst="rect">
            <a:avLst/>
          </a:prstGeom>
          <a:solidFill>
            <a:srgbClr val="7CC4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14600" y="3145535"/>
            <a:ext cx="685800" cy="2340864"/>
          </a:xfrm>
          <a:prstGeom prst="rect">
            <a:avLst/>
          </a:prstGeom>
          <a:solidFill>
            <a:srgbClr val="A78BF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4169663"/>
            <a:ext cx="685800" cy="1316736"/>
          </a:xfrm>
          <a:prstGeom prst="rect">
            <a:avLst/>
          </a:prstGeom>
          <a:solidFill>
            <a:srgbClr val="7CC4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2706624"/>
            <a:ext cx="685800" cy="2779776"/>
          </a:xfrm>
          <a:prstGeom prst="rect">
            <a:avLst/>
          </a:prstGeom>
          <a:solidFill>
            <a:srgbClr val="A78BF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438144"/>
            <a:ext cx="685800" cy="2048255"/>
          </a:xfrm>
          <a:prstGeom prst="rect">
            <a:avLst/>
          </a:prstGeom>
          <a:solidFill>
            <a:srgbClr val="7CC4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3730752"/>
            <a:ext cx="685800" cy="1755648"/>
          </a:xfrm>
          <a:prstGeom prst="rect">
            <a:avLst/>
          </a:prstGeom>
          <a:solidFill>
            <a:srgbClr val="A78BF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1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1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7CC4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A78BF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2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机会与风险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7CC4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A78BF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在此输入一条市场判断。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7CC4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7CC4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7CC4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A78BF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A78BF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7CC4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A78BF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