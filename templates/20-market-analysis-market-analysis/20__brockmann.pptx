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E2231A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市场与竞品分析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市场与竞品分析 · 在此输入副标题 / 项目名称</a:t>
            </a:r>
          </a:p>
        </p:txBody>
      </p:sp>
    </p:spTree>
  </p:cSld>
  <p:clrMapOvr>
    <a:masterClrMapping/>
  </p:clrMapOvr>
  <p:transition spd="med">
    <p:push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策略建议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在此输入「市场概览」的要点一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在此输入「市场概览」的要点二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在此输入「市场概览」的要点三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在此输入「市场概览」的要点四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市场概览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竞品对比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市场概览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竞品对比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策略建议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调研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对标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91840" y="2743200"/>
            <a:ext cx="2560320" cy="2560320"/>
          </a:xfrm>
          <a:prstGeom prst="ellipse">
            <a:avLst/>
          </a:prstGeom>
          <a:solidFill>
            <a:srgbClr val="E2231A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14800" y="3566160"/>
            <a:ext cx="914400" cy="914400"/>
          </a:xfrm>
          <a:prstGeom prst="ellipse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0" y="356616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机会与风险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在此输入一条市场判断。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多线路线图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线一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971800"/>
            <a:ext cx="9052560" cy="0"/>
          </a:xfrm>
          <a:prstGeom prst="line">
            <a:avLst/>
          </a:prstGeom>
          <a:ln w="1270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7744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8716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25856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E2231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229514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14216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线二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4617720"/>
            <a:ext cx="9052560" cy="0"/>
          </a:xfrm>
          <a:prstGeom prst="line">
            <a:avLst/>
          </a:prstGeom>
          <a:ln w="1270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37744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3904488"/>
            <a:ext cx="1042415" cy="1335024"/>
          </a:xfrm>
          <a:prstGeom prst="roundRect">
            <a:avLst>
              <a:gd name="adj" fmla="val 30000"/>
            </a:avLst>
          </a:prstGeom>
          <a:solidFill>
            <a:srgbClr val="111111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941064"/>
            <a:ext cx="822959" cy="12618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任务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E22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E22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E22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E223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