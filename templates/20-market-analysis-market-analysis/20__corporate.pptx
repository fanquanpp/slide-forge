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市场与竞品分析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市场与竞品分析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竞品对比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机会与风险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策略建议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在此输入「市场概览」的要点一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在此输入「市场概览」的要点二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在此输入「市场概览」的要点三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在此输入「市场概览」的要点四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竞品对比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A · 市场概览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B · 竞品对比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竞品对比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机会与风险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策略建议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调研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对标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决策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机会与风险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在此输入一条市场判断。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竞品对比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机会与风险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策略建议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