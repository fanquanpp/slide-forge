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E5FB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E5FB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A22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5B6B8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