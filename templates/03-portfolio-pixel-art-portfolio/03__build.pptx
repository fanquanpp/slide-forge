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作品集 · 在此输入作者署名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领域 / 风格  ·  YYYY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在此输入作品亮点一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在此输入作品亮点二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在此输入作品亮点三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在此输入作品亮点四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作品 A / 作品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作品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亮点一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亮点二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亮点三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作品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亮点一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亮点二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亮点三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B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年份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起始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张数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产出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软件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尺寸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规格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构思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年份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作品一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作品二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作品三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SELECTED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作者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像素美术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插画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动效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