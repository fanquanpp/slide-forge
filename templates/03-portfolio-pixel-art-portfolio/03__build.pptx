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2F6BFF"/>
              </a:solidFill>
            </c:spPr>
          </c:dPt>
          <c:dPt>
            <c:idx val="1"/>
            <c:spPr>
              <a:solidFill>
                <a:srgbClr val="1A1A1A"/>
              </a:solidFill>
            </c:spPr>
          </c:dPt>
          <c:dPt>
            <c:idx val="2"/>
            <c:spPr>
              <a:solidFill>
                <a:srgbClr val="2F6BFF"/>
              </a:solidFill>
            </c:spPr>
          </c:dPt>
          <c:dPt>
            <c:idx val="3"/>
            <c:spPr>
              <a:solidFill>
                <a:srgbClr val="1A1A1A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【页面定位】在此输入一句创作感言。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【页面定位】VENN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F6B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像素与美术作品集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像素与美术作品集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联系方式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在此输入「作者简介」的要点一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在此输入「作者简介」的要点二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在此输入「作者简介」的要点三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在此输入「作者简介」的要点四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代表作品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交付源文件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在此输入一句创作感言。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2F6B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1A1A1A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2F6BFF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1A1A1A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VENN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三圆交集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2F6B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主题一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1A1A1A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主题二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8A8A8A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主题三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主题一：在此输入一句要点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主题二：在此输入一句要点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主题三：在此输入一句要点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呼吸留白极简">
  <a:themeElements>
    <a:clrScheme name="SlideForge 呼吸留白极简">
      <a:dk1>
        <a:srgbClr val="1A1A1A"/>
      </a:dk1>
      <a:lt1>
        <a:srgbClr val="FBFBFA"/>
      </a:lt1>
      <a:dk2>
        <a:srgbClr val="8A8A8A"/>
      </a:dk2>
      <a:lt2>
        <a:srgbClr val="FFFFFF"/>
      </a:lt2>
      <a:accent1>
        <a:srgbClr val="2F6BFF"/>
      </a:accent1>
      <a:accent2>
        <a:srgbClr val="1A1A1A"/>
      </a:accent2>
      <a:accent3>
        <a:srgbClr val="1A1A1A"/>
      </a:accent3>
      <a:accent4>
        <a:srgbClr val="E6E6E6"/>
      </a:accent4>
      <a:accent5>
        <a:srgbClr val="8A8A8A"/>
      </a:accent5>
      <a:accent6>
        <a:srgbClr val="FFFFFF"/>
      </a:accent6>
      <a:hlink>
        <a:srgbClr val="2F6BFF"/>
      </a:hlink>
      <a:folHlink>
        <a:srgbClr val="8A8A8A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