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2F6B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像素与美术作品集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像素与美术作品集 · 在此输入副标题 / 项目名称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作者简介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代表作品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创作流程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联系方式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作者简介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作者简介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在此输入「作者简介」的要点一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在此输入「作者简介」的要点二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在此输入「作者简介」的要点三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在此输入「作者简介」的要点四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代表作品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A · 作者简介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B · 代表作品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57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57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作者简介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代表作品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创作流程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联系方式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2F6B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需求沟通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草稿确认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2F6B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正式绘制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交付源文件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2F6BFF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创作流程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在此输入一句创作感言。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F6B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F6B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F6B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1A1A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1A1A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方案对比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10000"/>
            </a:avLst>
          </a:prstGeom>
          <a:solidFill>
            <a:srgbClr val="2F6B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