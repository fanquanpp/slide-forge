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F6B6B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【页面定位】像素与美术作品集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【页面定位】在此输入一句创作感言。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像素与美术作品集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B1B2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交付源文件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在此输入一句创作感言。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6B6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FFD93D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6B6B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FFD93D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10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58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10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复古像素">
  <a:themeElements>
    <a:clrScheme name="SlideForge 复古像素">
      <a:dk1>
        <a:srgbClr val="F4F4F8"/>
      </a:dk1>
      <a:lt1>
        <a:srgbClr val="1B1B2F"/>
      </a:lt1>
      <a:dk2>
        <a:srgbClr val="A6A6C9"/>
      </a:dk2>
      <a:lt2>
        <a:srgbClr val="262647"/>
      </a:lt2>
      <a:accent1>
        <a:srgbClr val="FF6B6B"/>
      </a:accent1>
      <a:accent2>
        <a:srgbClr val="FFD93D"/>
      </a:accent2>
      <a:accent3>
        <a:srgbClr val="FFD93D"/>
      </a:accent3>
      <a:accent4>
        <a:srgbClr val="3B3B63"/>
      </a:accent4>
      <a:accent5>
        <a:srgbClr val="A6A6C9"/>
      </a:accent5>
      <a:accent6>
        <a:srgbClr val="262647"/>
      </a:accent6>
      <a:hlink>
        <a:srgbClr val="FF6B6B"/>
      </a:hlink>
      <a:folHlink>
        <a:srgbClr val="A6A6C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