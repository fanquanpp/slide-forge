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像素与美术作品集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作品集 · 在此输入作者署名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领域 / 风格  ·  YYYY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作者简介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代表作品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创作流程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联系方式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作者简介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ABOUT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作者简介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在此输入作品亮点一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在此输入作品亮点二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在此输入作品亮点三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在此输入作品亮点四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ABOUT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作品 A / 作品 B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A · 作品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亮点一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亮点二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亮点三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B · 作品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亮点一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亮点二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亮点三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B1B2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年份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起始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张数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产出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工具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软件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尺寸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规格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构思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草图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细化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导出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F6B6B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需求沟通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5153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草稿确认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F6B6B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747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正式绘制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2341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交付源文件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作品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类型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年份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6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作品一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在此填类型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在此填年份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作品二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在此填类型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在此填年份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6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作品三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在此填类型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在此填年份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SELECTED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创作流程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在此输入一句创作感言。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— 作者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像素美术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插画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动效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