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640080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8208" y="640080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92256" y="640080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1024127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8208" y="1024127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92256" y="1024127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像素与美术作品集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像素与美术作品集 · 在此输入副标题 / 项目名称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作者简介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代表作品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创作流程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联系方式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640080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8208" y="640080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92256" y="640080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1024127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8208" y="1024127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92256" y="1024127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作者简介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作者简介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在此输入「作者简介」的要点一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在此输入「作者简介」的要点二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在此输入「作者简介」的要点三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在此输入「作者简介」的要点四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代表作品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A · 作者简介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B · 代表作品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D9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D9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D9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B1B2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3B3B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作者简介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代表作品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创作流程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联系方式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6B6B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需求沟通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6A6C9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草稿确认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6A6C9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6B6B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正式绘制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6A6C9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交付源文件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FF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FF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FF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FF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FF6B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26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3B3B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3B3B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26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3B3B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262647"/>
          </a:solidFill>
          <a:ln w="12700">
            <a:solidFill>
              <a:srgbClr val="3B3B6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262647"/>
          </a:solidFill>
          <a:ln w="12700">
            <a:solidFill>
              <a:srgbClr val="3B3B6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262647"/>
          </a:solidFill>
          <a:ln w="12700">
            <a:solidFill>
              <a:srgbClr val="3B3B6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262647"/>
          </a:solidFill>
          <a:ln w="12700">
            <a:solidFill>
              <a:srgbClr val="3B3B6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262647"/>
          </a:solidFill>
          <a:ln w="12700">
            <a:solidFill>
              <a:srgbClr val="3B3B6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262647"/>
          </a:solidFill>
          <a:ln w="12700">
            <a:solidFill>
              <a:srgbClr val="3B3B6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640080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8208" y="640080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92256" y="640080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1024127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8208" y="1024127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92256" y="1024127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创作流程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640080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8208" y="640080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92256" y="640080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1024127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8208" y="1024127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92256" y="1024127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在此输入一句创作感言。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3B3B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作者简介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代表作品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创作流程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联系方式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3B3B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3B3B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3B3B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4F4F8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3B3B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6B6B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FF6B6B"/>
                </a:solidFill>
                <a:latin typeface="Consolas"/>
                <a:ea typeface="等线"/>
                <a:cs typeface="等线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262647"/>
          </a:solidFill>
          <a:ln w="9525">
            <a:solidFill>
              <a:srgbClr val="3B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FF6B6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FFD93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FF6B6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FFD93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FF6B6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FFD93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FF6B6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640080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8208" y="640080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92256" y="640080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1024127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8208" y="1024127"/>
            <a:ext cx="310896" cy="310896"/>
          </a:xfrm>
          <a:prstGeom prst="rect">
            <a:avLst/>
          </a:prstGeom>
          <a:solidFill>
            <a:srgbClr val="FF6B6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92256" y="1024127"/>
            <a:ext cx="310896" cy="310896"/>
          </a:xfrm>
          <a:prstGeom prst="rect">
            <a:avLst/>
          </a:prstGeom>
          <a:solidFill>
            <a:srgbClr val="FFD93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F4F4F8"/>
                </a:solidFill>
                <a:latin typeface="Consolas"/>
                <a:ea typeface="等线"/>
                <a:cs typeface="等线"/>
              </a:rPr>
              <a:t>谢谢观看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B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6A6C9"/>
                </a:solidFill>
                <a:latin typeface="Segoe UI"/>
                <a:ea typeface="微软雅黑"/>
                <a:cs typeface="微软雅黑"/>
              </a:rPr>
              <a:t>复古像素  ·  Retro Pixel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