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B23A2E"/>
              </a:solidFill>
            </c:spPr>
          </c:dPt>
          <c:dPt>
            <c:idx val="1"/>
            <c:spPr>
              <a:solidFill>
                <a:srgbClr val="2A2A28"/>
              </a:solidFill>
            </c:spPr>
          </c:dPt>
          <c:dPt>
            <c:idx val="2"/>
            <c:spPr>
              <a:solidFill>
                <a:srgbClr val="B23A2E"/>
              </a:solidFill>
            </c:spPr>
          </c:dPt>
          <c:dPt>
            <c:idx val="3"/>
            <c:spPr>
              <a:solidFill>
                <a:srgbClr val="2A2A28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【页面定位】在此输入一句创作感言。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【页面定位】CONVERSION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【页面定位】DASHBOARD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B23A2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像素与美术作品集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像素与美术作品集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代表作品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创作流程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联系方式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在此输入「作者简介」的要点一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在此输入「作者简介」的要点二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在此输入「作者简介」的要点三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在此输入「作者简介」的要点四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代表作品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A · 作者简介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B · 代表作品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69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代表作品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创作流程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联系方式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需求沟通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草稿确认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正式绘制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交付源文件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创作流程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在此输入一句创作感言。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转化 / 分配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B23A2E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2A2A28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B23A2E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2A2A28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多线路线图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清单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指标看板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7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69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211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杂志编辑">
  <a:themeElements>
    <a:clrScheme name="SlideForge 杂志编辑">
      <a:dk1>
        <a:srgbClr val="1C1B19"/>
      </a:dk1>
      <a:lt1>
        <a:srgbClr val="FAF6F0"/>
      </a:lt1>
      <a:dk2>
        <a:srgbClr val="7A756C"/>
      </a:dk2>
      <a:lt2>
        <a:srgbClr val="FFFFFF"/>
      </a:lt2>
      <a:accent1>
        <a:srgbClr val="B23A2E"/>
      </a:accent1>
      <a:accent2>
        <a:srgbClr val="2A2A28"/>
      </a:accent2>
      <a:accent3>
        <a:srgbClr val="2A2A28"/>
      </a:accent3>
      <a:accent4>
        <a:srgbClr val="E7DFD2"/>
      </a:accent4>
      <a:accent5>
        <a:srgbClr val="7A756C"/>
      </a:accent5>
      <a:accent6>
        <a:srgbClr val="FFFFFF"/>
      </a:accent6>
      <a:hlink>
        <a:srgbClr val="B23A2E"/>
      </a:hlink>
      <a:folHlink>
        <a:srgbClr val="7A756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