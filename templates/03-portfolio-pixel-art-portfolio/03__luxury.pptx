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C9A227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像素与美术作品集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20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C9A227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在此输入一句创作感言。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