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C9A227"/>
              </a:solidFill>
            </c:spPr>
          </c:dPt>
          <c:dPt>
            <c:idx val="1"/>
            <c:spPr>
              <a:solidFill>
                <a:srgbClr val="E8D9B5"/>
              </a:solidFill>
            </c:spPr>
          </c:dPt>
          <c:dPt>
            <c:idx val="2"/>
            <c:spPr>
              <a:solidFill>
                <a:srgbClr val="C9A227"/>
              </a:solidFill>
            </c:spPr>
          </c:dPt>
          <c:dPt>
            <c:idx val="3"/>
            <c:spPr>
              <a:solidFill>
                <a:srgbClr val="E8D9B5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【页面定位】在此输入一句创作感言。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【页面定位】CONVERSION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C9A227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像素与美术作品集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像素与美术作品集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联系方式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在此输入「作者简介」的要点一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在此输入「作者简介」的要点二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在此输入「作者简介」的要点三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在此输入「作者简介」的要点四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A · 作者简介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E8D9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B · 代表作品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8D9B5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4120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作者简介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代表作品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联系方式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需求沟通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草稿确认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正式绘制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A79B84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交付源文件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1" advTm="8000">
        <p159:morph option="byObject"/>
      </p:transition>
    </mc:Choice>
    <mc:Fallback>
      <p:transition spd="med" advClick="1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E1B16"/>
          </a:solidFill>
          <a:ln w="12700">
            <a:solidFill>
              <a:srgbClr val="2E2A2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conveyor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创作流程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C9A227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在此输入一句创作感言。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转化 / 分配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6727" y="2194560"/>
            <a:ext cx="8778240" cy="786384"/>
          </a:xfrm>
          <a:prstGeom prst="roundRect">
            <a:avLst>
              <a:gd name="adj" fmla="val 18000"/>
            </a:avLst>
          </a:prstGeom>
          <a:solidFill>
            <a:srgbClr val="C9A227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72487" y="2414015"/>
            <a:ext cx="67665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3367" y="2414015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21127" y="3127248"/>
            <a:ext cx="6949440" cy="786384"/>
          </a:xfrm>
          <a:prstGeom prst="roundRect">
            <a:avLst>
              <a:gd name="adj" fmla="val 18000"/>
            </a:avLst>
          </a:prstGeom>
          <a:solidFill>
            <a:srgbClr val="E8D9B5">
              <a:alpha val="8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6887" y="3346704"/>
            <a:ext cx="49377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8967" y="334670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35527" y="4059935"/>
            <a:ext cx="5120640" cy="786384"/>
          </a:xfrm>
          <a:prstGeom prst="roundRect">
            <a:avLst>
              <a:gd name="adj" fmla="val 18000"/>
            </a:avLst>
          </a:prstGeom>
          <a:solidFill>
            <a:srgbClr val="C9A227">
              <a:alpha val="7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1287" y="4279392"/>
            <a:ext cx="310895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4567" y="427939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9927" y="4992624"/>
            <a:ext cx="3291840" cy="786384"/>
          </a:xfrm>
          <a:prstGeom prst="roundRect">
            <a:avLst>
              <a:gd name="adj" fmla="val 18000"/>
            </a:avLst>
          </a:prstGeom>
          <a:solidFill>
            <a:srgbClr val="E8D9B5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15687" y="5212080"/>
            <a:ext cx="1280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阶段四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521208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E8D9B5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E8D9B5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E8D9B5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C9A227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E8D9B5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E8D9B5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C9A227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C9A227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E8D9B5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C9A227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C9A227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F5EFE3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C9A227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C9A227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F5EFE3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F5EFE3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1E1B16"/>
          </a:solidFill>
          <a:ln w="9525">
            <a:solidFill>
              <a:srgbClr val="2E2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litter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C9A227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F5E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1E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2E2A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5EFE3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vortex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5EFE3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2E2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A79B84"/>
                </a:solidFill>
                <a:latin typeface="Segoe UI"/>
                <a:ea typeface="微软雅黑"/>
                <a:cs typeface="微软雅黑"/>
              </a:rPr>
              <a:t>轻奢金黑  ·  Luxury Noir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轻奢金黑">
  <a:themeElements>
    <a:clrScheme name="SlideForge 轻奢金黑">
      <a:dk1>
        <a:srgbClr val="F5EFE3"/>
      </a:dk1>
      <a:lt1>
        <a:srgbClr val="14120F"/>
      </a:lt1>
      <a:dk2>
        <a:srgbClr val="A79B84"/>
      </a:dk2>
      <a:lt2>
        <a:srgbClr val="1E1B16"/>
      </a:lt2>
      <a:accent1>
        <a:srgbClr val="C9A227"/>
      </a:accent1>
      <a:accent2>
        <a:srgbClr val="E8D9B5"/>
      </a:accent2>
      <a:accent3>
        <a:srgbClr val="E8D9B5"/>
      </a:accent3>
      <a:accent4>
        <a:srgbClr val="2E2A22"/>
      </a:accent4>
      <a:accent5>
        <a:srgbClr val="A79B84"/>
      </a:accent5>
      <a:accent6>
        <a:srgbClr val="1E1B16"/>
      </a:accent6>
      <a:hlink>
        <a:srgbClr val="C9A227"/>
      </a:hlink>
      <a:folHlink>
        <a:srgbClr val="A79B8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