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4A5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C93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2A6BE2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像素与美术作品集</a:t>
            </a:r>
          </a:p>
        </p:txBody>
      </p:sp>
      <p:sp>
        <p:nvSpPr>
          <p:cNvPr id="7" name="Rectangle 6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像素与美术作品集 · 在此输入副标题 / 项目名称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作者简介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代表作品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创作流程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联系方式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孔版双色  ·  Risograph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4A5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C93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2A6BE2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作者简介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孔版双色  ·  Risograph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作者简介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在此输入「作者简介」的要点一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在此输入「作者简介」的要点二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在此输入「作者简介」的要点三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在此输入「作者简介」的要点四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孔版双色  ·  Risograph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代表作品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A · 作者简介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2A6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B · 代表作品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A6BE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A6BE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A6BE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7F3EC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孔版双色  ·  Risograph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孔版双色  ·  Risograph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作者简介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代表作品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创作流程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联系方式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孔版双色  ·  Risograph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4A5E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需求沟通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草稿确认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4A5E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正式绘制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交付源文件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孔版双色  ·  Risograph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463040" y="3840480"/>
            <a:ext cx="1280160" cy="914400"/>
          </a:xfrm>
          <a:prstGeom prst="line">
            <a:avLst/>
          </a:prstGeom>
          <a:ln w="31750">
            <a:solidFill>
              <a:srgbClr val="FF4A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0" y="3840480"/>
            <a:ext cx="1280160" cy="457200"/>
          </a:xfrm>
          <a:prstGeom prst="line">
            <a:avLst/>
          </a:prstGeom>
          <a:ln w="31750">
            <a:solidFill>
              <a:srgbClr val="FF4A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023360" y="3108960"/>
            <a:ext cx="1280160" cy="1188720"/>
          </a:xfrm>
          <a:prstGeom prst="line">
            <a:avLst/>
          </a:prstGeom>
          <a:ln w="31750">
            <a:solidFill>
              <a:srgbClr val="FF4A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3108960"/>
            <a:ext cx="1280160" cy="457200"/>
          </a:xfrm>
          <a:prstGeom prst="line">
            <a:avLst/>
          </a:prstGeom>
          <a:ln w="31750">
            <a:solidFill>
              <a:srgbClr val="FF4A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583680" y="2743200"/>
            <a:ext cx="1280160" cy="822960"/>
          </a:xfrm>
          <a:prstGeom prst="line">
            <a:avLst/>
          </a:prstGeom>
          <a:ln w="31750">
            <a:solidFill>
              <a:srgbClr val="FF4A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99032" y="4690872"/>
            <a:ext cx="128016" cy="128016"/>
          </a:xfrm>
          <a:prstGeom prst="ellipse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9192" y="3776472"/>
            <a:ext cx="128016" cy="128016"/>
          </a:xfrm>
          <a:prstGeom prst="ellipse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59352" y="4233672"/>
            <a:ext cx="128016" cy="128016"/>
          </a:xfrm>
          <a:prstGeom prst="ellipse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9512" y="3044952"/>
            <a:ext cx="128016" cy="128016"/>
          </a:xfrm>
          <a:prstGeom prst="ellipse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3502152"/>
            <a:ext cx="128016" cy="128016"/>
          </a:xfrm>
          <a:prstGeom prst="ellipse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99831" y="2679192"/>
            <a:ext cx="128016" cy="128016"/>
          </a:xfrm>
          <a:prstGeom prst="ellipse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孔版双色  ·  Risograph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孔版双色  ·  Risograph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孔版双色  ·  Risograph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4A5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C93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2A6BE2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创作流程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孔版双色  ·  Risograph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4A5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C93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2A6BE2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在此输入一句创作感言。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孔版双色  ·  Risograph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孔版双色  ·  Risograph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" y="2322576"/>
            <a:ext cx="402336" cy="402336"/>
          </a:xfrm>
          <a:prstGeom prst="ellipse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32257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4942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在此输入问题一？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9689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63239"/>
            <a:ext cx="1042416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3282696"/>
            <a:ext cx="402336" cy="402336"/>
          </a:xfrm>
          <a:prstGeom prst="ellipse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28269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0954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在此输入问题二？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57015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042416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" y="4242816"/>
            <a:ext cx="402336" cy="402336"/>
          </a:xfrm>
          <a:prstGeom prst="ellipse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24281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16966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在此输入问题三？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51713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孔版双色  ·  Risograph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多线路线图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线一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971800"/>
            <a:ext cx="9052560" cy="0"/>
          </a:xfrm>
          <a:prstGeom prst="line">
            <a:avLst/>
          </a:prstGeom>
          <a:ln w="1270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FF4A5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716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FF4A5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FF4A5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1421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线二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4617720"/>
            <a:ext cx="9052560" cy="0"/>
          </a:xfrm>
          <a:prstGeom prst="line">
            <a:avLst/>
          </a:prstGeom>
          <a:ln w="1270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7744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2A6BE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2A6BE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孔版双色  ·  Risograph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39"/>
            <a:ext cx="310896" cy="310896"/>
          </a:xfrm>
          <a:prstGeom prst="rect">
            <a:avLst/>
          </a:prstGeom>
          <a:noFill/>
          <a:ln w="17780">
            <a:solidFill>
              <a:srgbClr val="FF4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0551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在此输入待办项一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615184"/>
            <a:ext cx="9784080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68680" y="2807207"/>
            <a:ext cx="310896" cy="310896"/>
          </a:xfrm>
          <a:prstGeom prst="rect">
            <a:avLst/>
          </a:prstGeom>
          <a:noFill/>
          <a:ln w="17780">
            <a:solidFill>
              <a:srgbClr val="FF4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19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61487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在此输入待办项二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3273551"/>
            <a:ext cx="9784080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8680" y="3465575"/>
            <a:ext cx="310896" cy="310896"/>
          </a:xfrm>
          <a:prstGeom prst="rect">
            <a:avLst/>
          </a:prstGeom>
          <a:noFill/>
          <a:ln w="17780">
            <a:solidFill>
              <a:srgbClr val="FF4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7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198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在此输入待办项三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54480" y="3931920"/>
            <a:ext cx="9784080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68680" y="4123944"/>
            <a:ext cx="310896" cy="310896"/>
          </a:xfrm>
          <a:prstGeom prst="rect">
            <a:avLst/>
          </a:prstGeom>
          <a:noFill/>
          <a:ln w="17780">
            <a:solidFill>
              <a:srgbClr val="FF4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05656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782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在此输入待办项四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54480" y="4590288"/>
            <a:ext cx="9784080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孔版双色  ·  Risograph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4A5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C93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2A6BE2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7" name="Rectangle 6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孔版双色  ·  Risograph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