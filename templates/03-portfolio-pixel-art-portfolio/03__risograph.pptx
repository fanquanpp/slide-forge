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FF4A5E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【页面定位】像素与美术作品集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【页面定位】在此输入一句创作感言。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【页面定位】CONVERSION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【页面定位】PYRAMID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像素与美术作品集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像素与美术作品集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联系方式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在此输入「作者简介」的要点一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在此输入「作者简介」的要点二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在此输入「作者简介」的要点三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在此输入「作者简介」的要点四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A · 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6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B · 代表作品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3EC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4A5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需求沟通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草稿确认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4A5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正式绘制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交付源文件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在此输入一句创作感言。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转化 / 分配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FF4A5E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2A6BE2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FF4A5E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2A6BE2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金字塔结构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顶层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2A6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中层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7C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基础层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2A6BE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2A6BE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2A6BE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95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孔版双色">
  <a:themeElements>
    <a:clrScheme name="SlideForge 孔版双色">
      <a:dk1>
        <a:srgbClr val="20242C"/>
      </a:dk1>
      <a:lt1>
        <a:srgbClr val="F7F3EC"/>
      </a:lt1>
      <a:dk2>
        <a:srgbClr val="7C7A72"/>
      </a:dk2>
      <a:lt2>
        <a:srgbClr val="FFFFFF"/>
      </a:lt2>
      <a:accent1>
        <a:srgbClr val="FF4A5E"/>
      </a:accent1>
      <a:accent2>
        <a:srgbClr val="2A6BE2"/>
      </a:accent2>
      <a:accent3>
        <a:srgbClr val="FFC93C"/>
      </a:accent3>
      <a:accent4>
        <a:srgbClr val="E7DFD2"/>
      </a:accent4>
      <a:accent5>
        <a:srgbClr val="7C7A72"/>
      </a:accent5>
      <a:accent6>
        <a:srgbClr val="FFFFFF"/>
      </a:accent6>
      <a:hlink>
        <a:srgbClr val="FF4A5E"/>
      </a:hlink>
      <a:folHlink>
        <a:srgbClr val="7C7A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