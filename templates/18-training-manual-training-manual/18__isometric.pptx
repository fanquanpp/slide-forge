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FA9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F2994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FA97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