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1FA97A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【页面定位】培训手册与 SOP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【页面定位】在此输入一条安全 / 规范提示。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【页面定位】SWOT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【页面定位】VENN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培训手册与 SOP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培训手册与 SOP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在此输入「适用范围」的要点一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在此输入「适用范围」的要点二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在此输入「适用范围」的要点三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在此输入「适用范围」的要点四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A · 适用范围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B · 流程步骤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5F3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FA97A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归档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6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E2A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在此输入一条安全 / 规范提示。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风险与应对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F2994A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F2994A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F2994A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1FA97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F2994A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F2994A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1FA97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1FA97A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F2994A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1FA97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1FA97A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1E2A26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1FA97A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1FA97A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1E2A26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1E2A26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1 · 在此输入要点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2 · 在此输入要点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3 · 在此输入要点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3392424"/>
            <a:ext cx="310896" cy="31089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4 · 在此输入要点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69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81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45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57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四象限分析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9728" cy="182880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03120"/>
            <a:ext cx="502920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03120"/>
            <a:ext cx="109728" cy="1828800"/>
          </a:xfrm>
          <a:prstGeom prst="rect">
            <a:avLst/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2994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502920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109728" cy="1828800"/>
          </a:xfrm>
          <a:prstGeom prst="rect">
            <a:avLst/>
          </a:prstGeom>
          <a:solidFill>
            <a:srgbClr val="7F8C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4069080"/>
            <a:ext cx="502920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109728" cy="182880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VENN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三圆交集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1FA97A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主题一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F2994A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主题二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7F8C87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主题三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主题一：在此输入一句要点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主题二：在此输入一句要点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主题三：在此输入一句要点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FA97A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6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1FA97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E2A26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FA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7F8C87"/>
                </a:solidFill>
                <a:latin typeface="Segoe UI"/>
                <a:ea typeface="微软雅黑"/>
                <a:cs typeface="微软雅黑"/>
              </a:rPr>
              <a:t>等距信息图  ·  Isometric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等距信息图">
  <a:themeElements>
    <a:clrScheme name="SlideForge 等距信息图">
      <a:dk1>
        <a:srgbClr val="1E2A26"/>
      </a:dk1>
      <a:lt1>
        <a:srgbClr val="F2F5F3"/>
      </a:lt1>
      <a:dk2>
        <a:srgbClr val="7F8C87"/>
      </a:dk2>
      <a:lt2>
        <a:srgbClr val="FFFFFF"/>
      </a:lt2>
      <a:accent1>
        <a:srgbClr val="1FA97A"/>
      </a:accent1>
      <a:accent2>
        <a:srgbClr val="F2994A"/>
      </a:accent2>
      <a:accent3>
        <a:srgbClr val="F2994A"/>
      </a:accent3>
      <a:accent4>
        <a:srgbClr val="DDE6E1"/>
      </a:accent4>
      <a:accent5>
        <a:srgbClr val="7F8C87"/>
      </a:accent5>
      <a:accent6>
        <a:srgbClr val="FFFFFF"/>
      </a:accent6>
      <a:hlink>
        <a:srgbClr val="1FA97A"/>
      </a:hlink>
      <a:folHlink>
        <a:srgbClr val="7F8C87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