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F5D67B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8FD3C7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培训手册与 SOP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培训手册与 SOP · 在此输入副标题 / 项目名称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适用范围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3342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流程步骤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3342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常见问题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3342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注意事项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3342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F5D67B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8FD3C7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F1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适用范围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适用范围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在此输入「适用范围」的要点一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在此输入「适用范围」的要点二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在此输入「适用范围」的要点三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在此输入「适用范围」的要点四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流程步骤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A · 适用范围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8F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B · 流程步骤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8FD3C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8FD3C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8FD3C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57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57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3342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适用范围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流程步骤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常见问题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注意事项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F5D67B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准备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A9B6AE"/>
                </a:solidFill>
                <a:latin typeface="Consolas"/>
                <a:ea typeface="等线"/>
                <a:cs typeface="等线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执行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A9B6AE"/>
                </a:solidFill>
                <a:latin typeface="Consolas"/>
                <a:ea typeface="等线"/>
                <a:cs typeface="等线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F5D67B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检查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A9B6AE"/>
                </a:solidFill>
                <a:latin typeface="Consolas"/>
                <a:ea typeface="等线"/>
                <a:cs typeface="等线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归档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3840480"/>
            <a:ext cx="1280160" cy="914400"/>
          </a:xfrm>
          <a:prstGeom prst="line">
            <a:avLst/>
          </a:prstGeom>
          <a:ln w="31750">
            <a:solidFill>
              <a:srgbClr val="F5D6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840480"/>
            <a:ext cx="1280160" cy="457200"/>
          </a:xfrm>
          <a:prstGeom prst="line">
            <a:avLst/>
          </a:prstGeom>
          <a:ln w="31750">
            <a:solidFill>
              <a:srgbClr val="F5D6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023360" y="3108960"/>
            <a:ext cx="1280160" cy="1188720"/>
          </a:xfrm>
          <a:prstGeom prst="line">
            <a:avLst/>
          </a:prstGeom>
          <a:ln w="31750">
            <a:solidFill>
              <a:srgbClr val="F5D6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108960"/>
            <a:ext cx="1280160" cy="457200"/>
          </a:xfrm>
          <a:prstGeom prst="line">
            <a:avLst/>
          </a:prstGeom>
          <a:ln w="31750">
            <a:solidFill>
              <a:srgbClr val="F5D6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83680" y="2743200"/>
            <a:ext cx="1280160" cy="822960"/>
          </a:xfrm>
          <a:prstGeom prst="line">
            <a:avLst/>
          </a:prstGeom>
          <a:ln w="31750">
            <a:solidFill>
              <a:srgbClr val="F5D6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99032" y="4690872"/>
            <a:ext cx="128016" cy="128016"/>
          </a:xfrm>
          <a:prstGeom prst="ellipse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9192" y="3776472"/>
            <a:ext cx="128016" cy="128016"/>
          </a:xfrm>
          <a:prstGeom prst="ellipse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9352" y="4233672"/>
            <a:ext cx="128016" cy="128016"/>
          </a:xfrm>
          <a:prstGeom prst="ellipse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9512" y="3044952"/>
            <a:ext cx="128016" cy="128016"/>
          </a:xfrm>
          <a:prstGeom prst="ellipse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3502152"/>
            <a:ext cx="128016" cy="128016"/>
          </a:xfrm>
          <a:prstGeom prst="ellipse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9831" y="2679192"/>
            <a:ext cx="128016" cy="128016"/>
          </a:xfrm>
          <a:prstGeom prst="ellipse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关键结论 / 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69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57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263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3342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1F3EE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1F3E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1F3E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3342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1F3EE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1F3E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1F3E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263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3342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1F3EE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1F3E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1F3E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26332E"/>
          </a:solidFill>
          <a:ln w="12700">
            <a:solidFill>
              <a:srgbClr val="33423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26332E"/>
          </a:solidFill>
          <a:ln w="12700">
            <a:solidFill>
              <a:srgbClr val="33423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26332E"/>
          </a:solidFill>
          <a:ln w="12700">
            <a:solidFill>
              <a:srgbClr val="33423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26332E"/>
          </a:solidFill>
          <a:ln w="12700">
            <a:solidFill>
              <a:srgbClr val="33423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26332E"/>
          </a:solidFill>
          <a:ln w="12700">
            <a:solidFill>
              <a:srgbClr val="33423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26332E"/>
          </a:solidFill>
          <a:ln w="12700">
            <a:solidFill>
              <a:srgbClr val="33423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F5D67B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8FD3C7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F1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常见问题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F5D67B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8FD3C7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在此输入一条安全 / 规范提示。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术语表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术语一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1031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F1F3EE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633472"/>
            <a:ext cx="10515600" cy="0"/>
          </a:xfrm>
          <a:prstGeom prst="line">
            <a:avLst/>
          </a:prstGeom>
          <a:ln w="7620">
            <a:solidFill>
              <a:srgbClr val="3342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761487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术语二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761487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F1F3EE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3291839"/>
            <a:ext cx="10515600" cy="0"/>
          </a:xfrm>
          <a:prstGeom prst="line">
            <a:avLst/>
          </a:prstGeom>
          <a:ln w="7620">
            <a:solidFill>
              <a:srgbClr val="3342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419856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术语三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419856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F1F3EE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3950207"/>
            <a:ext cx="10515600" cy="0"/>
          </a:xfrm>
          <a:prstGeom prst="line">
            <a:avLst/>
          </a:prstGeom>
          <a:ln w="7620">
            <a:solidFill>
              <a:srgbClr val="3342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07822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术语四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078224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F1F3EE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4608576"/>
            <a:ext cx="10515600" cy="0"/>
          </a:xfrm>
          <a:prstGeom prst="line">
            <a:avLst/>
          </a:prstGeom>
          <a:ln w="7620">
            <a:solidFill>
              <a:srgbClr val="3342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关键指标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49039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在此输入指标说明 · 占位文本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19456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370832"/>
            <a:ext cx="438912" cy="1024127"/>
          </a:xfrm>
          <a:prstGeom prst="rect">
            <a:avLst/>
          </a:prstGeom>
          <a:solidFill>
            <a:srgbClr val="F5D67B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04304" y="3730752"/>
            <a:ext cx="438912" cy="1664207"/>
          </a:xfrm>
          <a:prstGeom prst="rect">
            <a:avLst/>
          </a:prstGeom>
          <a:solidFill>
            <a:srgbClr val="8FD3C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99248" y="4114800"/>
            <a:ext cx="438912" cy="1280160"/>
          </a:xfrm>
          <a:prstGeom prst="rect">
            <a:avLst/>
          </a:prstGeom>
          <a:solidFill>
            <a:srgbClr val="F5D67B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94192" y="3218688"/>
            <a:ext cx="438912" cy="2176272"/>
          </a:xfrm>
          <a:prstGeom prst="rect">
            <a:avLst/>
          </a:prstGeom>
          <a:solidFill>
            <a:srgbClr val="8FD3C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89136" y="3858768"/>
            <a:ext cx="438912" cy="1536192"/>
          </a:xfrm>
          <a:prstGeom prst="rect">
            <a:avLst/>
          </a:prstGeom>
          <a:solidFill>
            <a:srgbClr val="F5D67B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84080" y="2962656"/>
            <a:ext cx="438912" cy="2432303"/>
          </a:xfrm>
          <a:prstGeom prst="rect">
            <a:avLst/>
          </a:prstGeom>
          <a:solidFill>
            <a:srgbClr val="8FD3C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79024" y="3602736"/>
            <a:ext cx="438912" cy="1792223"/>
          </a:xfrm>
          <a:prstGeom prst="rect">
            <a:avLst/>
          </a:prstGeom>
          <a:solidFill>
            <a:srgbClr val="F5D67B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QUOTES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金句墙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在此输入短句一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3562" y="2103120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9594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6170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在此输入短句二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4164" y="2103120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196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6772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在此输入短句三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74235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在此输入短句四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3562" y="4174235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9594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6170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在此输入短句五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F5D67B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8FD3C7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