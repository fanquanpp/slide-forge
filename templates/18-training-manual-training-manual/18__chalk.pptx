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F5D67B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【页面定位】培训手册与 SOP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培训手册与 SOP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注意事项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在此输入「适用范围」的要点四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5D67B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9B6AE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归档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633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6332E"/>
          </a:solidFill>
          <a:ln w="12700">
            <a:solidFill>
              <a:srgbClr val="3342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1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5D67B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在此输入一条安全 / 规范提示。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8FD3C7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8FD3C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F5D67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8FD3C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F5D67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F5D67B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8FD3C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F5D67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F5D67B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F1F3E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F5D67B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F5D67B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F1F3EE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F1F3EE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F5D67B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8FD3C7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A9B6A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26332E"/>
          </a:solidFill>
          <a:ln w="9525">
            <a:solidFill>
              <a:srgbClr val="334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5D67B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5D67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1F3E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2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F5D67B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8FD3C7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1F3EE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5D6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9B6AE"/>
                </a:solidFill>
                <a:latin typeface="Segoe UI"/>
                <a:ea typeface="微软雅黑"/>
                <a:cs typeface="微软雅黑"/>
              </a:rPr>
              <a:t>黑板粉笔  ·  Chalkboard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黑板粉笔">
  <a:themeElements>
    <a:clrScheme name="SlideForge 黑板粉笔">
      <a:dk1>
        <a:srgbClr val="F1F3EE"/>
      </a:dk1>
      <a:lt1>
        <a:srgbClr val="1E2A26"/>
      </a:lt1>
      <a:dk2>
        <a:srgbClr val="A9B6AE"/>
      </a:dk2>
      <a:lt2>
        <a:srgbClr val="26332E"/>
      </a:lt2>
      <a:accent1>
        <a:srgbClr val="F5D67B"/>
      </a:accent1>
      <a:accent2>
        <a:srgbClr val="8FD3C7"/>
      </a:accent2>
      <a:accent3>
        <a:srgbClr val="8FD3C7"/>
      </a:accent3>
      <a:accent4>
        <a:srgbClr val="33423B"/>
      </a:accent4>
      <a:accent5>
        <a:srgbClr val="A9B6AE"/>
      </a:accent5>
      <a:accent6>
        <a:srgbClr val="26332E"/>
      </a:accent6>
      <a:hlink>
        <a:srgbClr val="F5D67B"/>
      </a:hlink>
      <a:folHlink>
        <a:srgbClr val="A9B6A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