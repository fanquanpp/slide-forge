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培训手册与 SOP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培训手册与 SOP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适用范围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流程步骤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常见问题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注意事项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1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适用范围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适用范围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在此输入「适用范围」的要点一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在此输入「适用范围」的要点二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在此输入「适用范围」的要点三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在此输入「适用范围」的要点四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流程步骤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A · 适用范围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8F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B · 流程步骤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适用范围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流程步骤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常见问题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F5D67B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9B6AE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9B6AE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F5D67B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9B6AE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归档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F5D6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F5D6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F5D6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F5D6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F5D6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263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263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1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常见问题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在此输入一条安全 / 规范提示。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F5D67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F5D67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F5D67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F5D67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