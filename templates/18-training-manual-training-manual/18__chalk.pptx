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【页面定位】培训手册与 SOP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培训手册与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在此输入一条安全 / 规范提示。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