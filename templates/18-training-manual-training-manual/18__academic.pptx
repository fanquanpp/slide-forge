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34508C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【页面定位】培训手册与 SOP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【页面定位】在此输入一条安全 / 规范提示。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培训手册与 SOP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适用范围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流程步骤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适用范围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适用范围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在此输入「适用范围」的要点一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在此输入「适用范围」的要点二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在此输入「适用范围」的要点三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在此输入「适用范围」的要点四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流程步骤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归档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在此输入一条安全 / 规范提示。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风险与应对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B4552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B4552D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B4552D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34508C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B4552D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B4552D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34508C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34508C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B4552D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34508C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34508C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22252A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34508C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34508C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22252A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22252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1 · 在此输入要点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2 · 在此输入要点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3 · 在此输入要点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3392424"/>
            <a:ext cx="310896" cy="31089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4 · 在此输入要点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71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学术严谨">
  <a:themeElements>
    <a:clrScheme name="SlideForge 学术严谨">
      <a:dk1>
        <a:srgbClr val="22252A"/>
      </a:dk1>
      <a:lt1>
        <a:srgbClr val="FFFFFF"/>
      </a:lt1>
      <a:dk2>
        <a:srgbClr val="6B7280"/>
      </a:dk2>
      <a:lt2>
        <a:srgbClr val="F4F6F8"/>
      </a:lt2>
      <a:accent1>
        <a:srgbClr val="34508C"/>
      </a:accent1>
      <a:accent2>
        <a:srgbClr val="B4552D"/>
      </a:accent2>
      <a:accent3>
        <a:srgbClr val="B4552D"/>
      </a:accent3>
      <a:accent4>
        <a:srgbClr val="DDE3EA"/>
      </a:accent4>
      <a:accent5>
        <a:srgbClr val="6B7280"/>
      </a:accent5>
      <a:accent6>
        <a:srgbClr val="F4F6F8"/>
      </a:accent6>
      <a:hlink>
        <a:srgbClr val="34508C"/>
      </a:hlink>
      <a:folHlink>
        <a:srgbClr val="6B72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