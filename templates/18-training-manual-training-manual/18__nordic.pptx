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培训手册与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培训手册与 SOP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在此输入「适用范围」的要点一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在此输入「适用范围」的要点二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在此输入「适用范围」的要点三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在此输入「适用范围」的要点四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A · 适用范围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B · 流程步骤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归档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在此输入一条安全 / 规范提示。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