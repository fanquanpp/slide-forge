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【页面定位】在此输入一条安全 / 规范提示。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【页面定位】FAQ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0A0A0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培训手册与 SOP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培训手册与 SOP · 在此输入副标题 / 项目名称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在此输入「适用范围」的要点四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A · 适用范围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D3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B · 流程步骤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D3D3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适用范围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流程步骤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0A0A0A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归档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0A0A0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4F4"/>
          </a:solidFill>
          <a:ln w="12700">
            <a:solidFill>
              <a:srgbClr val="E0E0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在此输入一条安全 / 规范提示。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9525">
            <a:solidFill>
              <a:srgbClr val="E0E0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0A0A0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3D3D3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0A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E0E0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0A0A0A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0A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0E0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C8C"/>
                </a:solidFill>
                <a:latin typeface="Segoe UI"/>
                <a:ea typeface="微软雅黑"/>
                <a:cs typeface="微软雅黑"/>
              </a:rPr>
              <a:t>单色印刷极简  ·  Monochrome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