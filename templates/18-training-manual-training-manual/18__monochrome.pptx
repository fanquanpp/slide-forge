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0A0A0A"/>
              </a:solidFill>
            </c:spPr>
          </c:dPt>
          <c:dPt>
            <c:idx val="1"/>
            <c:spPr>
              <a:solidFill>
                <a:srgbClr val="3D3D3D"/>
              </a:solidFill>
            </c:spPr>
          </c:dPt>
          <c:dPt>
            <c:idx val="2"/>
            <c:spPr>
              <a:solidFill>
                <a:srgbClr val="0A0A0A"/>
              </a:solidFill>
            </c:spPr>
          </c:dPt>
          <c:dPt>
            <c:idx val="3"/>
            <c:spPr>
              <a:solidFill>
                <a:srgbClr val="3D3D3D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【页面定位】在此输入一条安全 / 规范提示。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培训手册与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培训手册与 SOP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在此输入「适用范围」的要点一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在此输入「适用范围」的要点二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在此输入「适用范围」的要点三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在此输入「适用范围」的要点四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适用范围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流程步骤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57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归档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在此输入一条安全 / 规范提示。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风险与应对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3D3D3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3D3D3D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3D3D3D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3D3D3D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3D3D3D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0A0A0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3D3D3D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0A0A0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0A0A0A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0A0A0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0A0A0A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0A0A0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1 · 在此输入要点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2 · 在此输入要点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3 · 在此输入要点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3392424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4 · 在此输入要点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81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57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motion:hero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00" fill="hold" nodeType="afterEffect" grpId="0" presetID="6" presetClass="emph" presetSubtype="0">
                            <p:stCondLst>
                              <p:cond delay="580"/>
                            </p:stCondLst>
                            <p:childTnLst>
                              <p:animScale>
                                <p:cBhvr>
                                  <p:cTn id="81" dur="500" fill="hold"/>
                                  <p:tgtEl>
                                    <p:spTgt spid="5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单色印刷极简">
  <a:themeElements>
    <a:clrScheme name="SlideForge 单色印刷极简">
      <a:dk1>
        <a:srgbClr val="0A0A0A"/>
      </a:dk1>
      <a:lt1>
        <a:srgbClr val="FFFFFF"/>
      </a:lt1>
      <a:dk2>
        <a:srgbClr val="8C8C8C"/>
      </a:dk2>
      <a:lt2>
        <a:srgbClr val="F4F4F4"/>
      </a:lt2>
      <a:accent1>
        <a:srgbClr val="0A0A0A"/>
      </a:accent1>
      <a:accent2>
        <a:srgbClr val="3D3D3D"/>
      </a:accent2>
      <a:accent3>
        <a:srgbClr val="3D3D3D"/>
      </a:accent3>
      <a:accent4>
        <a:srgbClr val="E0E0E0"/>
      </a:accent4>
      <a:accent5>
        <a:srgbClr val="8C8C8C"/>
      </a:accent5>
      <a:accent6>
        <a:srgbClr val="F4F4F4"/>
      </a:accent6>
      <a:hlink>
        <a:srgbClr val="0A0A0A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